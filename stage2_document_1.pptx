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7" r:id="rId4"/>
  </p:sldMasterIdLst>
  <p:notesMasterIdLst>
    <p:notesMasterId r:id="rId37"/>
  </p:notesMasterIdLst>
  <p:sldIdLst>
    <p:sldId id="1051" r:id="rId5"/>
    <p:sldId id="2146848800" r:id="rId6"/>
    <p:sldId id="2146848907" r:id="rId7"/>
    <p:sldId id="2146848820" r:id="rId8"/>
    <p:sldId id="2146848808" r:id="rId9"/>
    <p:sldId id="2146848921" r:id="rId10"/>
    <p:sldId id="2146848897" r:id="rId11"/>
    <p:sldId id="2146848914" r:id="rId12"/>
    <p:sldId id="2146848913" r:id="rId13"/>
    <p:sldId id="2146848930" r:id="rId14"/>
    <p:sldId id="2146848931" r:id="rId15"/>
    <p:sldId id="2146848935" r:id="rId16"/>
    <p:sldId id="2146848932" r:id="rId17"/>
    <p:sldId id="2146848937" r:id="rId18"/>
    <p:sldId id="2146848915" r:id="rId19"/>
    <p:sldId id="2146848898" r:id="rId20"/>
    <p:sldId id="2146848899" r:id="rId21"/>
    <p:sldId id="2146848900" r:id="rId22"/>
    <p:sldId id="2146848901" r:id="rId23"/>
    <p:sldId id="2146848902" r:id="rId24"/>
    <p:sldId id="2146848903" r:id="rId25"/>
    <p:sldId id="2146848918" r:id="rId26"/>
    <p:sldId id="2146848924" r:id="rId27"/>
    <p:sldId id="2146848925" r:id="rId28"/>
    <p:sldId id="2146848926" r:id="rId29"/>
    <p:sldId id="2146848927" r:id="rId30"/>
    <p:sldId id="2146848922" r:id="rId31"/>
    <p:sldId id="2146848923" r:id="rId32"/>
    <p:sldId id="2146848919" r:id="rId33"/>
    <p:sldId id="2146848920" r:id="rId34"/>
    <p:sldId id="295" r:id="rId35"/>
    <p:sldId id="297" r:id="rId3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PT Alstom" id="{372B32E8-7C4C-435A-84AB-715D18089330}">
          <p14:sldIdLst>
            <p14:sldId id="1051"/>
            <p14:sldId id="2146848800"/>
            <p14:sldId id="2146848907"/>
            <p14:sldId id="2146848820"/>
            <p14:sldId id="2146848808"/>
            <p14:sldId id="2146848921"/>
            <p14:sldId id="2146848897"/>
            <p14:sldId id="2146848914"/>
            <p14:sldId id="2146848913"/>
            <p14:sldId id="2146848930"/>
            <p14:sldId id="2146848931"/>
            <p14:sldId id="2146848935"/>
            <p14:sldId id="2146848932"/>
            <p14:sldId id="2146848937"/>
            <p14:sldId id="2146848915"/>
            <p14:sldId id="2146848898"/>
            <p14:sldId id="2146848899"/>
            <p14:sldId id="2146848900"/>
            <p14:sldId id="2146848901"/>
            <p14:sldId id="2146848902"/>
            <p14:sldId id="2146848903"/>
            <p14:sldId id="2146848918"/>
            <p14:sldId id="2146848924"/>
            <p14:sldId id="2146848925"/>
            <p14:sldId id="2146848926"/>
            <p14:sldId id="2146848927"/>
            <p14:sldId id="2146848922"/>
            <p14:sldId id="2146848923"/>
            <p14:sldId id="2146848919"/>
            <p14:sldId id="2146848920"/>
            <p14:sldId id="295"/>
            <p14:sldId id="297"/>
          </p14:sldIdLst>
        </p14:section>
      </p14:sectionLst>
    </p:ext>
    <p:ext uri="{EFAFB233-063F-42B5-8137-9DF3F51BA10A}">
      <p15:sldGuideLst xmlns:p15="http://schemas.microsoft.com/office/powerpoint/2012/main">
        <p15:guide id="1" orient="horz" pos="2160" userDrawn="1">
          <p15:clr>
            <a:srgbClr val="A4A3A4"/>
          </p15:clr>
        </p15:guide>
        <p15:guide id="7" pos="3840" userDrawn="1">
          <p15:clr>
            <a:srgbClr val="A4A3A4"/>
          </p15:clr>
        </p15:guide>
        <p15:guide id="11" orient="horz" pos="482" userDrawn="1">
          <p15:clr>
            <a:srgbClr val="A4A3A4"/>
          </p15:clr>
        </p15:guide>
        <p15:guide id="13" orient="horz" pos="935" userDrawn="1">
          <p15:clr>
            <a:srgbClr val="A4A3A4"/>
          </p15:clr>
        </p15:guide>
        <p15:guide id="14" orient="horz" pos="3906" userDrawn="1">
          <p15:clr>
            <a:srgbClr val="A4A3A4"/>
          </p15:clr>
        </p15:guide>
        <p15:guide id="15" orient="horz" pos="809" userDrawn="1">
          <p15:clr>
            <a:srgbClr val="A4A3A4"/>
          </p15:clr>
        </p15:guide>
        <p15:guide id="16" orient="horz" pos="3604" userDrawn="1">
          <p15:clr>
            <a:srgbClr val="A4A3A4"/>
          </p15:clr>
        </p15:guide>
        <p15:guide id="17" orient="horz" pos="343" userDrawn="1">
          <p15:clr>
            <a:srgbClr val="A4A3A4"/>
          </p15:clr>
        </p15:guide>
        <p15:guide id="21" pos="7439" userDrawn="1">
          <p15:clr>
            <a:srgbClr val="A4A3A4"/>
          </p15:clr>
        </p15:guide>
        <p15:guide id="23" pos="506">
          <p15:clr>
            <a:srgbClr val="A4A3A4"/>
          </p15:clr>
        </p15:guide>
        <p15:guide id="24" pos="7174" userDrawn="1">
          <p15:clr>
            <a:srgbClr val="A4A3A4"/>
          </p15:clr>
        </p15:guide>
        <p15:guide id="26" pos="30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88291"/>
    <a:srgbClr val="BBC1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5AB1C69-6EDB-4FF4-983F-18BD219EF322}">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87607" autoAdjust="0"/>
  </p:normalViewPr>
  <p:slideViewPr>
    <p:cSldViewPr snapToGrid="0">
      <p:cViewPr varScale="1">
        <p:scale>
          <a:sx n="55" d="100"/>
          <a:sy n="55" d="100"/>
        </p:scale>
        <p:origin x="972" y="44"/>
      </p:cViewPr>
      <p:guideLst>
        <p:guide orient="horz" pos="2160"/>
        <p:guide pos="3840"/>
        <p:guide orient="horz" pos="482"/>
        <p:guide orient="horz" pos="935"/>
        <p:guide orient="horz" pos="3906"/>
        <p:guide orient="horz" pos="809"/>
        <p:guide orient="horz" pos="3604"/>
        <p:guide orient="horz" pos="343"/>
        <p:guide pos="7439"/>
        <p:guide pos="506"/>
        <p:guide pos="7174"/>
        <p:guide pos="302"/>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MAL Eslam" userId="90070b53-3ed6-4910-9cc5-5b99fbafb7a8" providerId="ADAL" clId="{80281096-9E35-4B53-B24F-CBEA8FEF606F}"/>
    <pc:docChg chg="undo redo custSel addSld delSld modSld sldOrd delSection modSection">
      <pc:chgData name="GAMAL Eslam" userId="90070b53-3ed6-4910-9cc5-5b99fbafb7a8" providerId="ADAL" clId="{80281096-9E35-4B53-B24F-CBEA8FEF606F}" dt="2026-07-22T11:51:54.770" v="3334" actId="14100"/>
      <pc:docMkLst>
        <pc:docMk/>
      </pc:docMkLst>
      <pc:sldChg chg="addSp delSp modSp mod ord modTransition">
        <pc:chgData name="GAMAL Eslam" userId="90070b53-3ed6-4910-9cc5-5b99fbafb7a8" providerId="ADAL" clId="{80281096-9E35-4B53-B24F-CBEA8FEF606F}" dt="2026-07-15T10:42:21.195" v="928" actId="478"/>
        <pc:sldMkLst>
          <pc:docMk/>
          <pc:sldMk cId="4135661685" sldId="295"/>
        </pc:sldMkLst>
      </pc:sldChg>
      <pc:sldChg chg="add mod ord modTransition modShow">
        <pc:chgData name="GAMAL Eslam" userId="90070b53-3ed6-4910-9cc5-5b99fbafb7a8" providerId="ADAL" clId="{80281096-9E35-4B53-B24F-CBEA8FEF606F}" dt="2026-07-15T11:00:39.550" v="1242" actId="729"/>
        <pc:sldMkLst>
          <pc:docMk/>
          <pc:sldMk cId="1698715991" sldId="297"/>
        </pc:sldMkLst>
      </pc:sldChg>
      <pc:sldChg chg="addSp delSp modSp add mod setBg modClrScheme chgLayout">
        <pc:chgData name="GAMAL Eslam" userId="90070b53-3ed6-4910-9cc5-5b99fbafb7a8" providerId="ADAL" clId="{80281096-9E35-4B53-B24F-CBEA8FEF606F}" dt="2026-07-22T11:11:52.348" v="3319" actId="14100"/>
        <pc:sldMkLst>
          <pc:docMk/>
          <pc:sldMk cId="1218323467" sldId="1051"/>
        </pc:sldMkLst>
        <pc:spChg chg="mod ord">
          <ac:chgData name="GAMAL Eslam" userId="90070b53-3ed6-4910-9cc5-5b99fbafb7a8" providerId="ADAL" clId="{80281096-9E35-4B53-B24F-CBEA8FEF606F}" dt="2026-07-22T11:11:52.348" v="3319" actId="14100"/>
          <ac:spMkLst>
            <pc:docMk/>
            <pc:sldMk cId="1218323467" sldId="1051"/>
            <ac:spMk id="28" creationId="{6244BD05-1389-7B33-5F6E-E5230626A843}"/>
          </ac:spMkLst>
        </pc:spChg>
        <pc:spChg chg="add del mod ord">
          <ac:chgData name="GAMAL Eslam" userId="90070b53-3ed6-4910-9cc5-5b99fbafb7a8" providerId="ADAL" clId="{80281096-9E35-4B53-B24F-CBEA8FEF606F}" dt="2026-07-15T07:35:18.070" v="602" actId="700"/>
          <ac:spMkLst>
            <pc:docMk/>
            <pc:sldMk cId="1218323467" sldId="1051"/>
            <ac:spMk id="29" creationId="{D682505F-EFED-92C0-296A-4D359459B7E2}"/>
          </ac:spMkLst>
        </pc:spChg>
        <pc:spChg chg="mod ord">
          <ac:chgData name="GAMAL Eslam" userId="90070b53-3ed6-4910-9cc5-5b99fbafb7a8" providerId="ADAL" clId="{80281096-9E35-4B53-B24F-CBEA8FEF606F}" dt="2026-07-15T07:35:18.070" v="602" actId="700"/>
          <ac:spMkLst>
            <pc:docMk/>
            <pc:sldMk cId="1218323467" sldId="1051"/>
            <ac:spMk id="30" creationId="{DD8B16EB-6085-054E-930E-04531270D2BA}"/>
          </ac:spMkLst>
        </pc:spChg>
        <pc:picChg chg="add del mod ord">
          <ac:chgData name="GAMAL Eslam" userId="90070b53-3ed6-4910-9cc5-5b99fbafb7a8" providerId="ADAL" clId="{80281096-9E35-4B53-B24F-CBEA8FEF606F}" dt="2026-07-15T07:35:18.070" v="602" actId="700"/>
          <ac:picMkLst>
            <pc:docMk/>
            <pc:sldMk cId="1218323467" sldId="1051"/>
            <ac:picMk id="6" creationId="{2A14FD6D-11B6-56C9-B486-1F73E2F14985}"/>
          </ac:picMkLst>
        </pc:picChg>
      </pc:sldChg>
      <pc:sldChg chg="modSp mod modTransition">
        <pc:chgData name="GAMAL Eslam" userId="90070b53-3ed6-4910-9cc5-5b99fbafb7a8" providerId="ADAL" clId="{80281096-9E35-4B53-B24F-CBEA8FEF606F}" dt="2026-07-22T10:59:15.352" v="3305" actId="20577"/>
        <pc:sldMkLst>
          <pc:docMk/>
          <pc:sldMk cId="2239480052" sldId="2146848800"/>
        </pc:sldMkLst>
        <pc:spChg chg="mod">
          <ac:chgData name="GAMAL Eslam" userId="90070b53-3ed6-4910-9cc5-5b99fbafb7a8" providerId="ADAL" clId="{80281096-9E35-4B53-B24F-CBEA8FEF606F}" dt="2026-07-22T10:59:15.352" v="3305" actId="20577"/>
          <ac:spMkLst>
            <pc:docMk/>
            <pc:sldMk cId="2239480052" sldId="2146848800"/>
            <ac:spMk id="12" creationId="{00000000-0000-0000-0000-000000000000}"/>
          </ac:spMkLst>
        </pc:spChg>
      </pc:sldChg>
      <pc:sldChg chg="modSp mod ord modTransition">
        <pc:chgData name="GAMAL Eslam" userId="90070b53-3ed6-4910-9cc5-5b99fbafb7a8" providerId="ADAL" clId="{80281096-9E35-4B53-B24F-CBEA8FEF606F}" dt="2026-07-16T07:13:02.470" v="1362" actId="20577"/>
        <pc:sldMkLst>
          <pc:docMk/>
          <pc:sldMk cId="1818158236" sldId="2146848808"/>
        </pc:sldMkLst>
        <pc:spChg chg="mod">
          <ac:chgData name="GAMAL Eslam" userId="90070b53-3ed6-4910-9cc5-5b99fbafb7a8" providerId="ADAL" clId="{80281096-9E35-4B53-B24F-CBEA8FEF606F}" dt="2026-07-16T07:13:02.470" v="1362" actId="20577"/>
          <ac:spMkLst>
            <pc:docMk/>
            <pc:sldMk cId="1818158236" sldId="2146848808"/>
            <ac:spMk id="8" creationId="{00000000-0000-0000-0000-000000000000}"/>
          </ac:spMkLst>
        </pc:spChg>
        <pc:spChg chg="mod">
          <ac:chgData name="GAMAL Eslam" userId="90070b53-3ed6-4910-9cc5-5b99fbafb7a8" providerId="ADAL" clId="{80281096-9E35-4B53-B24F-CBEA8FEF606F}" dt="2026-07-15T06:39:01.992" v="460" actId="20577"/>
          <ac:spMkLst>
            <pc:docMk/>
            <pc:sldMk cId="1818158236" sldId="2146848808"/>
            <ac:spMk id="11" creationId="{00000000-0000-0000-0000-000000000000}"/>
          </ac:spMkLst>
        </pc:spChg>
      </pc:sldChg>
      <pc:sldChg chg="addSp delSp modSp mod ord modTransition modClrScheme chgLayout">
        <pc:chgData name="GAMAL Eslam" userId="90070b53-3ed6-4910-9cc5-5b99fbafb7a8" providerId="ADAL" clId="{80281096-9E35-4B53-B24F-CBEA8FEF606F}" dt="2026-07-15T13:37:41.733" v="1354" actId="1076"/>
        <pc:sldMkLst>
          <pc:docMk/>
          <pc:sldMk cId="2057542875" sldId="2146848820"/>
        </pc:sldMkLst>
        <pc:spChg chg="mod ord">
          <ac:chgData name="GAMAL Eslam" userId="90070b53-3ed6-4910-9cc5-5b99fbafb7a8" providerId="ADAL" clId="{80281096-9E35-4B53-B24F-CBEA8FEF606F}" dt="2026-07-15T13:34:03.451" v="1324" actId="26606"/>
          <ac:spMkLst>
            <pc:docMk/>
            <pc:sldMk cId="2057542875" sldId="2146848820"/>
            <ac:spMk id="2" creationId="{00000000-0000-0000-0000-000000000000}"/>
          </ac:spMkLst>
        </pc:spChg>
        <pc:spChg chg="mod ord modVis">
          <ac:chgData name="GAMAL Eslam" userId="90070b53-3ed6-4910-9cc5-5b99fbafb7a8" providerId="ADAL" clId="{80281096-9E35-4B53-B24F-CBEA8FEF606F}" dt="2026-07-15T13:34:03.451" v="1324" actId="26606"/>
          <ac:spMkLst>
            <pc:docMk/>
            <pc:sldMk cId="2057542875" sldId="2146848820"/>
            <ac:spMk id="3" creationId="{00000000-0000-0000-0000-000000000000}"/>
          </ac:spMkLst>
        </pc:spChg>
        <pc:spChg chg="mod ord">
          <ac:chgData name="GAMAL Eslam" userId="90070b53-3ed6-4910-9cc5-5b99fbafb7a8" providerId="ADAL" clId="{80281096-9E35-4B53-B24F-CBEA8FEF606F}" dt="2026-07-15T13:34:03.451" v="1324" actId="26606"/>
          <ac:spMkLst>
            <pc:docMk/>
            <pc:sldMk cId="2057542875" sldId="2146848820"/>
            <ac:spMk id="4" creationId="{00000000-0000-0000-0000-000000000000}"/>
          </ac:spMkLst>
        </pc:spChg>
        <pc:spChg chg="mod">
          <ac:chgData name="GAMAL Eslam" userId="90070b53-3ed6-4910-9cc5-5b99fbafb7a8" providerId="ADAL" clId="{80281096-9E35-4B53-B24F-CBEA8FEF606F}" dt="2026-07-15T13:34:03.451" v="1324" actId="26606"/>
          <ac:spMkLst>
            <pc:docMk/>
            <pc:sldMk cId="2057542875" sldId="2146848820"/>
            <ac:spMk id="5" creationId="{00000000-0000-0000-0000-000000000000}"/>
          </ac:spMkLst>
        </pc:spChg>
        <pc:spChg chg="mod">
          <ac:chgData name="GAMAL Eslam" userId="90070b53-3ed6-4910-9cc5-5b99fbafb7a8" providerId="ADAL" clId="{80281096-9E35-4B53-B24F-CBEA8FEF606F}" dt="2026-07-15T13:34:03.451" v="1324" actId="26606"/>
          <ac:spMkLst>
            <pc:docMk/>
            <pc:sldMk cId="2057542875" sldId="2146848820"/>
            <ac:spMk id="8" creationId="{AC3A22FB-1D01-0326-7F75-9A4A25D1DBAD}"/>
          </ac:spMkLst>
        </pc:spChg>
        <pc:picChg chg="add mod">
          <ac:chgData name="GAMAL Eslam" userId="90070b53-3ed6-4910-9cc5-5b99fbafb7a8" providerId="ADAL" clId="{80281096-9E35-4B53-B24F-CBEA8FEF606F}" dt="2026-07-15T13:37:41.733" v="1354" actId="1076"/>
          <ac:picMkLst>
            <pc:docMk/>
            <pc:sldMk cId="2057542875" sldId="2146848820"/>
            <ac:picMk id="14" creationId="{57813CC9-928B-813D-3BCE-F89227A87043}"/>
          </ac:picMkLst>
        </pc:picChg>
      </pc:sldChg>
      <pc:sldChg chg="addSp delSp modSp mod ord modTransition">
        <pc:chgData name="GAMAL Eslam" userId="90070b53-3ed6-4910-9cc5-5b99fbafb7a8" providerId="ADAL" clId="{80281096-9E35-4B53-B24F-CBEA8FEF606F}" dt="2026-07-16T13:39:32.976" v="2552"/>
        <pc:sldMkLst>
          <pc:docMk/>
          <pc:sldMk cId="2374967976" sldId="2146848897"/>
        </pc:sldMkLst>
        <pc:picChg chg="mod">
          <ac:chgData name="GAMAL Eslam" userId="90070b53-3ed6-4910-9cc5-5b99fbafb7a8" providerId="ADAL" clId="{80281096-9E35-4B53-B24F-CBEA8FEF606F}" dt="2026-07-16T12:50:17.028" v="2308" actId="1076"/>
          <ac:picMkLst>
            <pc:docMk/>
            <pc:sldMk cId="2374967976" sldId="2146848897"/>
            <ac:picMk id="7" creationId="{71A4863D-BA25-6509-DFF2-92DA33416360}"/>
          </ac:picMkLst>
        </pc:picChg>
      </pc:sldChg>
      <pc:sldChg chg="addSp delSp modSp mod ord modTransition">
        <pc:chgData name="GAMAL Eslam" userId="90070b53-3ed6-4910-9cc5-5b99fbafb7a8" providerId="ADAL" clId="{80281096-9E35-4B53-B24F-CBEA8FEF606F}" dt="2026-07-16T12:46:01.655" v="2268" actId="21"/>
        <pc:sldMkLst>
          <pc:docMk/>
          <pc:sldMk cId="1037642535" sldId="2146848898"/>
        </pc:sldMkLst>
        <pc:picChg chg="mod">
          <ac:chgData name="GAMAL Eslam" userId="90070b53-3ed6-4910-9cc5-5b99fbafb7a8" providerId="ADAL" clId="{80281096-9E35-4B53-B24F-CBEA8FEF606F}" dt="2026-07-16T12:37:49.998" v="2253" actId="1076"/>
          <ac:picMkLst>
            <pc:docMk/>
            <pc:sldMk cId="1037642535" sldId="2146848898"/>
            <ac:picMk id="58" creationId="{62F593C3-4C59-9D69-51F3-0FFB6B1D7B65}"/>
          </ac:picMkLst>
        </pc:picChg>
      </pc:sldChg>
      <pc:sldChg chg="addSp delSp modSp add del mod modShow">
        <pc:chgData name="GAMAL Eslam" userId="90070b53-3ed6-4910-9cc5-5b99fbafb7a8" providerId="ADAL" clId="{80281096-9E35-4B53-B24F-CBEA8FEF606F}" dt="2026-07-19T13:36:48.036" v="3186" actId="1076"/>
        <pc:sldMkLst>
          <pc:docMk/>
          <pc:sldMk cId="395016296" sldId="2146848899"/>
        </pc:sldMkLst>
        <pc:spChg chg="add mod">
          <ac:chgData name="GAMAL Eslam" userId="90070b53-3ed6-4910-9cc5-5b99fbafb7a8" providerId="ADAL" clId="{80281096-9E35-4B53-B24F-CBEA8FEF606F}" dt="2026-07-19T13:36:48.036" v="3186" actId="1076"/>
          <ac:spMkLst>
            <pc:docMk/>
            <pc:sldMk cId="395016296" sldId="2146848899"/>
            <ac:spMk id="8" creationId="{32112824-4CEC-2C2E-458F-4197A3B3A8E7}"/>
          </ac:spMkLst>
        </pc:spChg>
        <pc:spChg chg="add mod">
          <ac:chgData name="GAMAL Eslam" userId="90070b53-3ed6-4910-9cc5-5b99fbafb7a8" providerId="ADAL" clId="{80281096-9E35-4B53-B24F-CBEA8FEF606F}" dt="2026-07-19T08:30:39.187" v="2629" actId="20577"/>
          <ac:spMkLst>
            <pc:docMk/>
            <pc:sldMk cId="395016296" sldId="2146848899"/>
            <ac:spMk id="12" creationId="{0624B41D-B6E4-037B-CCDD-264650E3BDD1}"/>
          </ac:spMkLst>
        </pc:spChg>
        <pc:spChg chg="add mod">
          <ac:chgData name="GAMAL Eslam" userId="90070b53-3ed6-4910-9cc5-5b99fbafb7a8" providerId="ADAL" clId="{80281096-9E35-4B53-B24F-CBEA8FEF606F}" dt="2026-07-19T08:30:27.482" v="2626" actId="1076"/>
          <ac:spMkLst>
            <pc:docMk/>
            <pc:sldMk cId="395016296" sldId="2146848899"/>
            <ac:spMk id="13" creationId="{2334C8E8-3C57-2324-4BC9-AB2477A70517}"/>
          </ac:spMkLst>
        </pc:spChg>
        <pc:spChg chg="mod">
          <ac:chgData name="GAMAL Eslam" userId="90070b53-3ed6-4910-9cc5-5b99fbafb7a8" providerId="ADAL" clId="{80281096-9E35-4B53-B24F-CBEA8FEF606F}" dt="2026-07-19T10:02:55.397" v="2908" actId="1076"/>
          <ac:spMkLst>
            <pc:docMk/>
            <pc:sldMk cId="395016296" sldId="2146848899"/>
            <ac:spMk id="77" creationId="{9CCF6F93-4A0C-3B5A-86E3-CC17B7739B89}"/>
          </ac:spMkLst>
        </pc:spChg>
        <pc:picChg chg="add del mod">
          <ac:chgData name="GAMAL Eslam" userId="90070b53-3ed6-4910-9cc5-5b99fbafb7a8" providerId="ADAL" clId="{80281096-9E35-4B53-B24F-CBEA8FEF606F}" dt="2026-07-19T10:02:57.746" v="2909" actId="1076"/>
          <ac:picMkLst>
            <pc:docMk/>
            <pc:sldMk cId="395016296" sldId="2146848899"/>
            <ac:picMk id="7" creationId="{84317D18-C40A-A4D8-E12D-3879D29C87AF}"/>
          </ac:picMkLst>
        </pc:picChg>
        <pc:cxnChg chg="add mod">
          <ac:chgData name="GAMAL Eslam" userId="90070b53-3ed6-4910-9cc5-5b99fbafb7a8" providerId="ADAL" clId="{80281096-9E35-4B53-B24F-CBEA8FEF606F}" dt="2026-07-19T13:35:56.238" v="3183" actId="1076"/>
          <ac:cxnSpMkLst>
            <pc:docMk/>
            <pc:sldMk cId="395016296" sldId="2146848899"/>
            <ac:cxnSpMk id="9" creationId="{3CCC782B-B8C8-23F6-F81B-7DC343F9AA34}"/>
          </ac:cxnSpMkLst>
        </pc:cxnChg>
        <pc:cxnChg chg="mod">
          <ac:chgData name="GAMAL Eslam" userId="90070b53-3ed6-4910-9cc5-5b99fbafb7a8" providerId="ADAL" clId="{80281096-9E35-4B53-B24F-CBEA8FEF606F}" dt="2026-07-19T10:02:55.397" v="2908" actId="1076"/>
          <ac:cxnSpMkLst>
            <pc:docMk/>
            <pc:sldMk cId="395016296" sldId="2146848899"/>
            <ac:cxnSpMk id="76" creationId="{CE3105BC-595E-56B8-36DE-553986C8F063}"/>
          </ac:cxnSpMkLst>
        </pc:cxnChg>
      </pc:sldChg>
      <pc:sldChg chg="add del mod modShow">
        <pc:chgData name="GAMAL Eslam" userId="90070b53-3ed6-4910-9cc5-5b99fbafb7a8" providerId="ADAL" clId="{80281096-9E35-4B53-B24F-CBEA8FEF606F}" dt="2026-07-16T12:45:56.346" v="2267"/>
        <pc:sldMkLst>
          <pc:docMk/>
          <pc:sldMk cId="2663683218" sldId="2146848900"/>
        </pc:sldMkLst>
      </pc:sldChg>
      <pc:sldChg chg="addSp delSp modSp add del mod modShow">
        <pc:chgData name="GAMAL Eslam" userId="90070b53-3ed6-4910-9cc5-5b99fbafb7a8" providerId="ADAL" clId="{80281096-9E35-4B53-B24F-CBEA8FEF606F}" dt="2026-07-19T13:23:53.465" v="3175" actId="20577"/>
        <pc:sldMkLst>
          <pc:docMk/>
          <pc:sldMk cId="3697801402" sldId="2146848901"/>
        </pc:sldMkLst>
        <pc:spChg chg="mod">
          <ac:chgData name="GAMAL Eslam" userId="90070b53-3ed6-4910-9cc5-5b99fbafb7a8" providerId="ADAL" clId="{80281096-9E35-4B53-B24F-CBEA8FEF606F}" dt="2026-07-19T13:22:59.560" v="3159" actId="1076"/>
          <ac:spMkLst>
            <pc:docMk/>
            <pc:sldMk cId="3697801402" sldId="2146848901"/>
            <ac:spMk id="2" creationId="{45869830-2611-5CEF-7FFB-B953E500150F}"/>
          </ac:spMkLst>
        </pc:spChg>
        <pc:spChg chg="add mod">
          <ac:chgData name="GAMAL Eslam" userId="90070b53-3ed6-4910-9cc5-5b99fbafb7a8" providerId="ADAL" clId="{80281096-9E35-4B53-B24F-CBEA8FEF606F}" dt="2026-07-19T13:23:53.465" v="3175" actId="20577"/>
          <ac:spMkLst>
            <pc:docMk/>
            <pc:sldMk cId="3697801402" sldId="2146848901"/>
            <ac:spMk id="9" creationId="{7C4A3B91-E336-2CD9-CB09-1BF77697AA63}"/>
          </ac:spMkLst>
        </pc:spChg>
        <pc:spChg chg="add mod">
          <ac:chgData name="GAMAL Eslam" userId="90070b53-3ed6-4910-9cc5-5b99fbafb7a8" providerId="ADAL" clId="{80281096-9E35-4B53-B24F-CBEA8FEF606F}" dt="2026-07-19T13:21:52.945" v="3153" actId="1076"/>
          <ac:spMkLst>
            <pc:docMk/>
            <pc:sldMk cId="3697801402" sldId="2146848901"/>
            <ac:spMk id="13" creationId="{0FA8EEDD-7410-D1E5-296F-6F42EFD1124F}"/>
          </ac:spMkLst>
        </pc:spChg>
        <pc:spChg chg="mod">
          <ac:chgData name="GAMAL Eslam" userId="90070b53-3ed6-4910-9cc5-5b99fbafb7a8" providerId="ADAL" clId="{80281096-9E35-4B53-B24F-CBEA8FEF606F}" dt="2026-07-19T13:22:59.560" v="3159" actId="1076"/>
          <ac:spMkLst>
            <pc:docMk/>
            <pc:sldMk cId="3697801402" sldId="2146848901"/>
            <ac:spMk id="14" creationId="{121C82B2-E6FF-6253-5F58-39813A489C9C}"/>
          </ac:spMkLst>
        </pc:spChg>
        <pc:spChg chg="add mod">
          <ac:chgData name="GAMAL Eslam" userId="90070b53-3ed6-4910-9cc5-5b99fbafb7a8" providerId="ADAL" clId="{80281096-9E35-4B53-B24F-CBEA8FEF606F}" dt="2026-07-19T13:21:52.945" v="3153" actId="1076"/>
          <ac:spMkLst>
            <pc:docMk/>
            <pc:sldMk cId="3697801402" sldId="2146848901"/>
            <ac:spMk id="16" creationId="{922F9FFE-2D0E-E3AB-A5A8-BFED4D8B6E30}"/>
          </ac:spMkLst>
        </pc:spChg>
        <pc:spChg chg="mod">
          <ac:chgData name="GAMAL Eslam" userId="90070b53-3ed6-4910-9cc5-5b99fbafb7a8" providerId="ADAL" clId="{80281096-9E35-4B53-B24F-CBEA8FEF606F}" dt="2026-07-19T13:22:59.560" v="3159" actId="1076"/>
          <ac:spMkLst>
            <pc:docMk/>
            <pc:sldMk cId="3697801402" sldId="2146848901"/>
            <ac:spMk id="17" creationId="{386FE235-9605-DCC9-CA12-1CE6557F3E4C}"/>
          </ac:spMkLst>
        </pc:spChg>
        <pc:spChg chg="mod">
          <ac:chgData name="GAMAL Eslam" userId="90070b53-3ed6-4910-9cc5-5b99fbafb7a8" providerId="ADAL" clId="{80281096-9E35-4B53-B24F-CBEA8FEF606F}" dt="2026-07-19T13:22:59.560" v="3159" actId="1076"/>
          <ac:spMkLst>
            <pc:docMk/>
            <pc:sldMk cId="3697801402" sldId="2146848901"/>
            <ac:spMk id="19" creationId="{EE8173F9-6CD5-2624-C16B-87AB4C58A612}"/>
          </ac:spMkLst>
        </pc:spChg>
        <pc:spChg chg="mod">
          <ac:chgData name="GAMAL Eslam" userId="90070b53-3ed6-4910-9cc5-5b99fbafb7a8" providerId="ADAL" clId="{80281096-9E35-4B53-B24F-CBEA8FEF606F}" dt="2026-07-19T13:22:59.560" v="3159" actId="1076"/>
          <ac:spMkLst>
            <pc:docMk/>
            <pc:sldMk cId="3697801402" sldId="2146848901"/>
            <ac:spMk id="66" creationId="{238D084F-B648-E6A8-FB95-3386ACFAECE7}"/>
          </ac:spMkLst>
        </pc:spChg>
        <pc:picChg chg="mod">
          <ac:chgData name="GAMAL Eslam" userId="90070b53-3ed6-4910-9cc5-5b99fbafb7a8" providerId="ADAL" clId="{80281096-9E35-4B53-B24F-CBEA8FEF606F}" dt="2026-07-19T13:22:59.560" v="3159" actId="1076"/>
          <ac:picMkLst>
            <pc:docMk/>
            <pc:sldMk cId="3697801402" sldId="2146848901"/>
            <ac:picMk id="10" creationId="{35DAEADB-56F2-AE8C-D089-723EB74131AC}"/>
          </ac:picMkLst>
        </pc:picChg>
        <pc:picChg chg="add mod">
          <ac:chgData name="GAMAL Eslam" userId="90070b53-3ed6-4910-9cc5-5b99fbafb7a8" providerId="ADAL" clId="{80281096-9E35-4B53-B24F-CBEA8FEF606F}" dt="2026-07-19T13:22:59.560" v="3159" actId="1076"/>
          <ac:picMkLst>
            <pc:docMk/>
            <pc:sldMk cId="3697801402" sldId="2146848901"/>
            <ac:picMk id="11" creationId="{113263DE-3361-3E6D-F291-229C78D54AA8}"/>
          </ac:picMkLst>
        </pc:picChg>
        <pc:cxnChg chg="add mod">
          <ac:chgData name="GAMAL Eslam" userId="90070b53-3ed6-4910-9cc5-5b99fbafb7a8" providerId="ADAL" clId="{80281096-9E35-4B53-B24F-CBEA8FEF606F}" dt="2026-07-19T13:23:16.145" v="3167" actId="14100"/>
          <ac:cxnSpMkLst>
            <pc:docMk/>
            <pc:sldMk cId="3697801402" sldId="2146848901"/>
            <ac:cxnSpMk id="18" creationId="{BFD1D218-DA58-9FDE-E671-3C25FE7262B7}"/>
          </ac:cxnSpMkLst>
        </pc:cxnChg>
        <pc:cxnChg chg="mod">
          <ac:chgData name="GAMAL Eslam" userId="90070b53-3ed6-4910-9cc5-5b99fbafb7a8" providerId="ADAL" clId="{80281096-9E35-4B53-B24F-CBEA8FEF606F}" dt="2026-07-19T13:22:59.560" v="3159" actId="1076"/>
          <ac:cxnSpMkLst>
            <pc:docMk/>
            <pc:sldMk cId="3697801402" sldId="2146848901"/>
            <ac:cxnSpMk id="20" creationId="{18F80220-18F2-96AD-F6A0-C3B9B064337B}"/>
          </ac:cxnSpMkLst>
        </pc:cxnChg>
        <pc:cxnChg chg="mod">
          <ac:chgData name="GAMAL Eslam" userId="90070b53-3ed6-4910-9cc5-5b99fbafb7a8" providerId="ADAL" clId="{80281096-9E35-4B53-B24F-CBEA8FEF606F}" dt="2026-07-19T13:22:59.560" v="3159" actId="1076"/>
          <ac:cxnSpMkLst>
            <pc:docMk/>
            <pc:sldMk cId="3697801402" sldId="2146848901"/>
            <ac:cxnSpMk id="76" creationId="{87FA0486-1CB4-71E5-BE83-93A6A9DBF159}"/>
          </ac:cxnSpMkLst>
        </pc:cxnChg>
      </pc:sldChg>
      <pc:sldChg chg="addSp delSp modSp add del mod modShow">
        <pc:chgData name="GAMAL Eslam" userId="90070b53-3ed6-4910-9cc5-5b99fbafb7a8" providerId="ADAL" clId="{80281096-9E35-4B53-B24F-CBEA8FEF606F}" dt="2026-07-19T13:21:35.269" v="3152" actId="20577"/>
        <pc:sldMkLst>
          <pc:docMk/>
          <pc:sldMk cId="1364533444" sldId="2146848902"/>
        </pc:sldMkLst>
        <pc:spChg chg="mod">
          <ac:chgData name="GAMAL Eslam" userId="90070b53-3ed6-4910-9cc5-5b99fbafb7a8" providerId="ADAL" clId="{80281096-9E35-4B53-B24F-CBEA8FEF606F}" dt="2026-07-19T13:20:10.699" v="3145" actId="1076"/>
          <ac:spMkLst>
            <pc:docMk/>
            <pc:sldMk cId="1364533444" sldId="2146848902"/>
            <ac:spMk id="2" creationId="{000E66CD-092A-DA2A-817E-828F287DB33A}"/>
          </ac:spMkLst>
        </pc:spChg>
        <pc:spChg chg="add mod">
          <ac:chgData name="GAMAL Eslam" userId="90070b53-3ed6-4910-9cc5-5b99fbafb7a8" providerId="ADAL" clId="{80281096-9E35-4B53-B24F-CBEA8FEF606F}" dt="2026-07-19T13:17:30.034" v="3118" actId="1076"/>
          <ac:spMkLst>
            <pc:docMk/>
            <pc:sldMk cId="1364533444" sldId="2146848902"/>
            <ac:spMk id="11" creationId="{0E3DC1D4-F246-D029-13DE-ABA9F4D70A6A}"/>
          </ac:spMkLst>
        </pc:spChg>
        <pc:spChg chg="mod ord">
          <ac:chgData name="GAMAL Eslam" userId="90070b53-3ed6-4910-9cc5-5b99fbafb7a8" providerId="ADAL" clId="{80281096-9E35-4B53-B24F-CBEA8FEF606F}" dt="2026-07-19T13:14:51.665" v="3071" actId="1076"/>
          <ac:spMkLst>
            <pc:docMk/>
            <pc:sldMk cId="1364533444" sldId="2146848902"/>
            <ac:spMk id="13" creationId="{C9CCE906-B904-11C4-DC0C-E5DBD1D482C9}"/>
          </ac:spMkLst>
        </pc:spChg>
        <pc:spChg chg="mod ord">
          <ac:chgData name="GAMAL Eslam" userId="90070b53-3ed6-4910-9cc5-5b99fbafb7a8" providerId="ADAL" clId="{80281096-9E35-4B53-B24F-CBEA8FEF606F}" dt="2026-07-19T13:14:51.665" v="3071" actId="1076"/>
          <ac:spMkLst>
            <pc:docMk/>
            <pc:sldMk cId="1364533444" sldId="2146848902"/>
            <ac:spMk id="14" creationId="{123BE551-94A9-082E-1C7E-D102E05D30F6}"/>
          </ac:spMkLst>
        </pc:spChg>
        <pc:spChg chg="ord">
          <ac:chgData name="GAMAL Eslam" userId="90070b53-3ed6-4910-9cc5-5b99fbafb7a8" providerId="ADAL" clId="{80281096-9E35-4B53-B24F-CBEA8FEF606F}" dt="2026-07-16T13:14:00.744" v="2530" actId="167"/>
          <ac:spMkLst>
            <pc:docMk/>
            <pc:sldMk cId="1364533444" sldId="2146848902"/>
            <ac:spMk id="17" creationId="{054F0BDA-43EE-122A-2225-924FCBDB80B0}"/>
          </ac:spMkLst>
        </pc:spChg>
        <pc:spChg chg="mod ord">
          <ac:chgData name="GAMAL Eslam" userId="90070b53-3ed6-4910-9cc5-5b99fbafb7a8" providerId="ADAL" clId="{80281096-9E35-4B53-B24F-CBEA8FEF606F}" dt="2026-07-19T13:14:51.665" v="3071" actId="1076"/>
          <ac:spMkLst>
            <pc:docMk/>
            <pc:sldMk cId="1364533444" sldId="2146848902"/>
            <ac:spMk id="19" creationId="{3CE30DF1-C0ED-0C4E-4FD5-4447B257AD3B}"/>
          </ac:spMkLst>
        </pc:spChg>
        <pc:spChg chg="add mod">
          <ac:chgData name="GAMAL Eslam" userId="90070b53-3ed6-4910-9cc5-5b99fbafb7a8" providerId="ADAL" clId="{80281096-9E35-4B53-B24F-CBEA8FEF606F}" dt="2026-07-19T13:15:09.121" v="3073" actId="1076"/>
          <ac:spMkLst>
            <pc:docMk/>
            <pc:sldMk cId="1364533444" sldId="2146848902"/>
            <ac:spMk id="28" creationId="{1CDC4454-C7E0-4900-753A-2A99ECFCA136}"/>
          </ac:spMkLst>
        </pc:spChg>
        <pc:spChg chg="add mod">
          <ac:chgData name="GAMAL Eslam" userId="90070b53-3ed6-4910-9cc5-5b99fbafb7a8" providerId="ADAL" clId="{80281096-9E35-4B53-B24F-CBEA8FEF606F}" dt="2026-07-19T13:21:35.269" v="3152" actId="20577"/>
          <ac:spMkLst>
            <pc:docMk/>
            <pc:sldMk cId="1364533444" sldId="2146848902"/>
            <ac:spMk id="31" creationId="{505A89F3-5721-9EE7-0A67-B9EB670BE283}"/>
          </ac:spMkLst>
        </pc:spChg>
        <pc:spChg chg="add mod">
          <ac:chgData name="GAMAL Eslam" userId="90070b53-3ed6-4910-9cc5-5b99fbafb7a8" providerId="ADAL" clId="{80281096-9E35-4B53-B24F-CBEA8FEF606F}" dt="2026-07-19T13:15:09.121" v="3073" actId="1076"/>
          <ac:spMkLst>
            <pc:docMk/>
            <pc:sldMk cId="1364533444" sldId="2146848902"/>
            <ac:spMk id="32" creationId="{91FF3100-C547-4931-9F72-E8685E18579E}"/>
          </ac:spMkLst>
        </pc:spChg>
        <pc:spChg chg="add mod">
          <ac:chgData name="GAMAL Eslam" userId="90070b53-3ed6-4910-9cc5-5b99fbafb7a8" providerId="ADAL" clId="{80281096-9E35-4B53-B24F-CBEA8FEF606F}" dt="2026-07-19T13:15:02.874" v="3072" actId="1076"/>
          <ac:spMkLst>
            <pc:docMk/>
            <pc:sldMk cId="1364533444" sldId="2146848902"/>
            <ac:spMk id="41" creationId="{A58AA46B-D2C2-BDBF-1D89-D81ABFDB1AF9}"/>
          </ac:spMkLst>
        </pc:spChg>
        <pc:spChg chg="add mod">
          <ac:chgData name="GAMAL Eslam" userId="90070b53-3ed6-4910-9cc5-5b99fbafb7a8" providerId="ADAL" clId="{80281096-9E35-4B53-B24F-CBEA8FEF606F}" dt="2026-07-19T13:15:02.874" v="3072" actId="1076"/>
          <ac:spMkLst>
            <pc:docMk/>
            <pc:sldMk cId="1364533444" sldId="2146848902"/>
            <ac:spMk id="43" creationId="{38998DF0-B00A-5B34-367D-89F9E14BE7B0}"/>
          </ac:spMkLst>
        </pc:spChg>
        <pc:spChg chg="mod">
          <ac:chgData name="GAMAL Eslam" userId="90070b53-3ed6-4910-9cc5-5b99fbafb7a8" providerId="ADAL" clId="{80281096-9E35-4B53-B24F-CBEA8FEF606F}" dt="2026-07-19T13:14:51.665" v="3071" actId="1076"/>
          <ac:spMkLst>
            <pc:docMk/>
            <pc:sldMk cId="1364533444" sldId="2146848902"/>
            <ac:spMk id="66" creationId="{2A33E27A-B2AB-5480-567A-2EE6D8FE23A2}"/>
          </ac:spMkLst>
        </pc:spChg>
        <pc:picChg chg="mod ord">
          <ac:chgData name="GAMAL Eslam" userId="90070b53-3ed6-4910-9cc5-5b99fbafb7a8" providerId="ADAL" clId="{80281096-9E35-4B53-B24F-CBEA8FEF606F}" dt="2026-07-19T13:14:51.665" v="3071" actId="1076"/>
          <ac:picMkLst>
            <pc:docMk/>
            <pc:sldMk cId="1364533444" sldId="2146848902"/>
            <ac:picMk id="9" creationId="{9044ED17-E646-D919-01A7-FE6C7CE86839}"/>
          </ac:picMkLst>
        </pc:picChg>
        <pc:picChg chg="add mod ord">
          <ac:chgData name="GAMAL Eslam" userId="90070b53-3ed6-4910-9cc5-5b99fbafb7a8" providerId="ADAL" clId="{80281096-9E35-4B53-B24F-CBEA8FEF606F}" dt="2026-07-19T13:14:51.665" v="3071" actId="1076"/>
          <ac:picMkLst>
            <pc:docMk/>
            <pc:sldMk cId="1364533444" sldId="2146848902"/>
            <ac:picMk id="24" creationId="{E46BBB97-C48F-846D-BFBA-7E481C30F158}"/>
          </ac:picMkLst>
        </pc:picChg>
        <pc:picChg chg="add mod">
          <ac:chgData name="GAMAL Eslam" userId="90070b53-3ed6-4910-9cc5-5b99fbafb7a8" providerId="ADAL" clId="{80281096-9E35-4B53-B24F-CBEA8FEF606F}" dt="2026-07-19T13:14:51.665" v="3071" actId="1076"/>
          <ac:picMkLst>
            <pc:docMk/>
            <pc:sldMk cId="1364533444" sldId="2146848902"/>
            <ac:picMk id="46" creationId="{10F9D422-1D90-3D62-144E-AE32ADA93696}"/>
          </ac:picMkLst>
        </pc:picChg>
        <pc:cxnChg chg="mod">
          <ac:chgData name="GAMAL Eslam" userId="90070b53-3ed6-4910-9cc5-5b99fbafb7a8" providerId="ADAL" clId="{80281096-9E35-4B53-B24F-CBEA8FEF606F}" dt="2026-07-19T13:14:51.665" v="3071" actId="1076"/>
          <ac:cxnSpMkLst>
            <pc:docMk/>
            <pc:sldMk cId="1364533444" sldId="2146848902"/>
            <ac:cxnSpMk id="16" creationId="{A2841E63-B445-D994-08A3-2CBCE1F35CE1}"/>
          </ac:cxnSpMkLst>
        </pc:cxnChg>
        <pc:cxnChg chg="add mod">
          <ac:chgData name="GAMAL Eslam" userId="90070b53-3ed6-4910-9cc5-5b99fbafb7a8" providerId="ADAL" clId="{80281096-9E35-4B53-B24F-CBEA8FEF606F}" dt="2026-07-19T13:17:15.596" v="3115" actId="1076"/>
          <ac:cxnSpMkLst>
            <pc:docMk/>
            <pc:sldMk cId="1364533444" sldId="2146848902"/>
            <ac:cxnSpMk id="29" creationId="{02EAD04D-2791-4208-7E64-498203978B92}"/>
          </ac:cxnSpMkLst>
        </pc:cxnChg>
        <pc:cxnChg chg="add mod">
          <ac:chgData name="GAMAL Eslam" userId="90070b53-3ed6-4910-9cc5-5b99fbafb7a8" providerId="ADAL" clId="{80281096-9E35-4B53-B24F-CBEA8FEF606F}" dt="2026-07-19T13:18:32.286" v="3134" actId="14100"/>
          <ac:cxnSpMkLst>
            <pc:docMk/>
            <pc:sldMk cId="1364533444" sldId="2146848902"/>
            <ac:cxnSpMk id="33" creationId="{BE4A6BBF-7FDC-2493-185F-E9E2027E901A}"/>
          </ac:cxnSpMkLst>
        </pc:cxnChg>
        <pc:cxnChg chg="mod">
          <ac:chgData name="GAMAL Eslam" userId="90070b53-3ed6-4910-9cc5-5b99fbafb7a8" providerId="ADAL" clId="{80281096-9E35-4B53-B24F-CBEA8FEF606F}" dt="2026-07-19T13:14:51.665" v="3071" actId="1076"/>
          <ac:cxnSpMkLst>
            <pc:docMk/>
            <pc:sldMk cId="1364533444" sldId="2146848902"/>
            <ac:cxnSpMk id="76" creationId="{4B30F223-1060-739D-07A7-1116C36AB208}"/>
          </ac:cxnSpMkLst>
        </pc:cxnChg>
      </pc:sldChg>
      <pc:sldChg chg="addSp delSp modSp add del mod modShow">
        <pc:chgData name="GAMAL Eslam" userId="90070b53-3ed6-4910-9cc5-5b99fbafb7a8" providerId="ADAL" clId="{80281096-9E35-4B53-B24F-CBEA8FEF606F}" dt="2026-07-19T13:19:02.980" v="3138" actId="1076"/>
        <pc:sldMkLst>
          <pc:docMk/>
          <pc:sldMk cId="2349021276" sldId="2146848903"/>
        </pc:sldMkLst>
        <pc:spChg chg="mod">
          <ac:chgData name="GAMAL Eslam" userId="90070b53-3ed6-4910-9cc5-5b99fbafb7a8" providerId="ADAL" clId="{80281096-9E35-4B53-B24F-CBEA8FEF606F}" dt="2026-07-19T13:19:02.980" v="3138" actId="1076"/>
          <ac:spMkLst>
            <pc:docMk/>
            <pc:sldMk cId="2349021276" sldId="2146848903"/>
            <ac:spMk id="7" creationId="{FDE9B3D4-3A59-FCDF-AA15-3F0B4193C1DC}"/>
          </ac:spMkLst>
        </pc:spChg>
        <pc:spChg chg="add mod">
          <ac:chgData name="GAMAL Eslam" userId="90070b53-3ed6-4910-9cc5-5b99fbafb7a8" providerId="ADAL" clId="{80281096-9E35-4B53-B24F-CBEA8FEF606F}" dt="2026-07-19T13:13:50.083" v="3065" actId="1076"/>
          <ac:spMkLst>
            <pc:docMk/>
            <pc:sldMk cId="2349021276" sldId="2146848903"/>
            <ac:spMk id="9" creationId="{9BBEB20E-0EA2-D2BD-2A9B-74E4647AEBF2}"/>
          </ac:spMkLst>
        </pc:spChg>
        <pc:spChg chg="add mod">
          <ac:chgData name="GAMAL Eslam" userId="90070b53-3ed6-4910-9cc5-5b99fbafb7a8" providerId="ADAL" clId="{80281096-9E35-4B53-B24F-CBEA8FEF606F}" dt="2026-07-19T13:17:56.584" v="3125"/>
          <ac:spMkLst>
            <pc:docMk/>
            <pc:sldMk cId="2349021276" sldId="2146848903"/>
            <ac:spMk id="11" creationId="{B537D52A-898B-20E3-DC80-23592F40B60E}"/>
          </ac:spMkLst>
        </pc:spChg>
        <pc:spChg chg="add mod">
          <ac:chgData name="GAMAL Eslam" userId="90070b53-3ed6-4910-9cc5-5b99fbafb7a8" providerId="ADAL" clId="{80281096-9E35-4B53-B24F-CBEA8FEF606F}" dt="2026-07-19T13:13:50.083" v="3065" actId="1076"/>
          <ac:spMkLst>
            <pc:docMk/>
            <pc:sldMk cId="2349021276" sldId="2146848903"/>
            <ac:spMk id="12" creationId="{77CBA286-39B8-4EC6-85CA-D077D52F12CA}"/>
          </ac:spMkLst>
        </pc:spChg>
        <pc:spChg chg="ord">
          <ac:chgData name="GAMAL Eslam" userId="90070b53-3ed6-4910-9cc5-5b99fbafb7a8" providerId="ADAL" clId="{80281096-9E35-4B53-B24F-CBEA8FEF606F}" dt="2026-07-16T12:57:55.801" v="2389" actId="166"/>
          <ac:spMkLst>
            <pc:docMk/>
            <pc:sldMk cId="2349021276" sldId="2146848903"/>
            <ac:spMk id="13" creationId="{467A43D8-A6FA-206C-A12C-D381037460DA}"/>
          </ac:spMkLst>
        </pc:spChg>
        <pc:spChg chg="mod">
          <ac:chgData name="GAMAL Eslam" userId="90070b53-3ed6-4910-9cc5-5b99fbafb7a8" providerId="ADAL" clId="{80281096-9E35-4B53-B24F-CBEA8FEF606F}" dt="2026-07-19T13:12:10.903" v="3042" actId="1076"/>
          <ac:spMkLst>
            <pc:docMk/>
            <pc:sldMk cId="2349021276" sldId="2146848903"/>
            <ac:spMk id="19" creationId="{280443F0-A6D8-3934-58D2-70E9077B61A0}"/>
          </ac:spMkLst>
        </pc:spChg>
        <pc:picChg chg="add mod ord modCrop">
          <ac:chgData name="GAMAL Eslam" userId="90070b53-3ed6-4910-9cc5-5b99fbafb7a8" providerId="ADAL" clId="{80281096-9E35-4B53-B24F-CBEA8FEF606F}" dt="2026-07-19T09:33:50.487" v="2753" actId="688"/>
          <ac:picMkLst>
            <pc:docMk/>
            <pc:sldMk cId="2349021276" sldId="2146848903"/>
            <ac:picMk id="8" creationId="{CCDACB25-F3A9-2BBC-CEBD-F6FE4F6566D8}"/>
          </ac:picMkLst>
        </pc:picChg>
        <pc:picChg chg="mod ord">
          <ac:chgData name="GAMAL Eslam" userId="90070b53-3ed6-4910-9cc5-5b99fbafb7a8" providerId="ADAL" clId="{80281096-9E35-4B53-B24F-CBEA8FEF606F}" dt="2026-07-19T13:11:37.802" v="3035" actId="1076"/>
          <ac:picMkLst>
            <pc:docMk/>
            <pc:sldMk cId="2349021276" sldId="2146848903"/>
            <ac:picMk id="10" creationId="{F22D8B32-BF10-3DB8-AEAE-5AC9CC1DEBA4}"/>
          </ac:picMkLst>
        </pc:picChg>
        <pc:cxnChg chg="mod">
          <ac:chgData name="GAMAL Eslam" userId="90070b53-3ed6-4910-9cc5-5b99fbafb7a8" providerId="ADAL" clId="{80281096-9E35-4B53-B24F-CBEA8FEF606F}" dt="2026-07-19T13:12:10.903" v="3042" actId="1076"/>
          <ac:cxnSpMkLst>
            <pc:docMk/>
            <pc:sldMk cId="2349021276" sldId="2146848903"/>
            <ac:cxnSpMk id="16" creationId="{A95E1D30-89DC-6370-950C-FC8A503E8B6F}"/>
          </ac:cxnSpMkLst>
        </pc:cxnChg>
        <pc:cxnChg chg="add mod">
          <ac:chgData name="GAMAL Eslam" userId="90070b53-3ed6-4910-9cc5-5b99fbafb7a8" providerId="ADAL" clId="{80281096-9E35-4B53-B24F-CBEA8FEF606F}" dt="2026-07-19T13:14:05.955" v="3067" actId="14100"/>
          <ac:cxnSpMkLst>
            <pc:docMk/>
            <pc:sldMk cId="2349021276" sldId="2146848903"/>
            <ac:cxnSpMk id="17" creationId="{C2A6961E-5EB3-CBCA-466D-F509D74BDD4F}"/>
          </ac:cxnSpMkLst>
        </pc:cxnChg>
      </pc:sldChg>
      <pc:sldChg chg="modSp add mod ord modTransition">
        <pc:chgData name="GAMAL Eslam" userId="90070b53-3ed6-4910-9cc5-5b99fbafb7a8" providerId="ADAL" clId="{80281096-9E35-4B53-B24F-CBEA8FEF606F}" dt="2026-07-15T08:31:57.178" v="638"/>
        <pc:sldMkLst>
          <pc:docMk/>
          <pc:sldMk cId="2416977775" sldId="2146848907"/>
        </pc:sldMkLst>
        <pc:spChg chg="mod">
          <ac:chgData name="GAMAL Eslam" userId="90070b53-3ed6-4910-9cc5-5b99fbafb7a8" providerId="ADAL" clId="{80281096-9E35-4B53-B24F-CBEA8FEF606F}" dt="2026-07-15T06:23:23.555" v="336" actId="1076"/>
          <ac:spMkLst>
            <pc:docMk/>
            <pc:sldMk cId="2416977775" sldId="2146848907"/>
            <ac:spMk id="11" creationId="{749C02CA-83C4-183B-3424-F0476F6CAAB3}"/>
          </ac:spMkLst>
        </pc:spChg>
      </pc:sldChg>
      <pc:sldChg chg="addSp delSp modSp add mod ord modTransition">
        <pc:chgData name="GAMAL Eslam" userId="90070b53-3ed6-4910-9cc5-5b99fbafb7a8" providerId="ADAL" clId="{80281096-9E35-4B53-B24F-CBEA8FEF606F}" dt="2026-07-21T07:04:33.083" v="3276" actId="478"/>
        <pc:sldMkLst>
          <pc:docMk/>
          <pc:sldMk cId="3577681192" sldId="2146848913"/>
        </pc:sldMkLst>
        <pc:spChg chg="mod">
          <ac:chgData name="GAMAL Eslam" userId="90070b53-3ed6-4910-9cc5-5b99fbafb7a8" providerId="ADAL" clId="{80281096-9E35-4B53-B24F-CBEA8FEF606F}" dt="2026-07-15T08:44:11.594" v="718" actId="20577"/>
          <ac:spMkLst>
            <pc:docMk/>
            <pc:sldMk cId="3577681192" sldId="2146848913"/>
            <ac:spMk id="2" creationId="{C18A4E1F-C6AC-808E-1D55-1E8EE7BE06F2}"/>
          </ac:spMkLst>
        </pc:spChg>
        <pc:spChg chg="add mod">
          <ac:chgData name="GAMAL Eslam" userId="90070b53-3ed6-4910-9cc5-5b99fbafb7a8" providerId="ADAL" clId="{80281096-9E35-4B53-B24F-CBEA8FEF606F}" dt="2026-07-16T11:38:37.422" v="2137" actId="255"/>
          <ac:spMkLst>
            <pc:docMk/>
            <pc:sldMk cId="3577681192" sldId="2146848913"/>
            <ac:spMk id="7" creationId="{D9A8FEFB-BADE-C223-6B90-520788FD9925}"/>
          </ac:spMkLst>
        </pc:spChg>
        <pc:spChg chg="add mod">
          <ac:chgData name="GAMAL Eslam" userId="90070b53-3ed6-4910-9cc5-5b99fbafb7a8" providerId="ADAL" clId="{80281096-9E35-4B53-B24F-CBEA8FEF606F}" dt="2026-07-16T11:38:44.974" v="2138" actId="255"/>
          <ac:spMkLst>
            <pc:docMk/>
            <pc:sldMk cId="3577681192" sldId="2146848913"/>
            <ac:spMk id="9" creationId="{69728434-FF85-1955-FF29-ACEF91A5041D}"/>
          </ac:spMkLst>
        </pc:spChg>
        <pc:spChg chg="add mod">
          <ac:chgData name="GAMAL Eslam" userId="90070b53-3ed6-4910-9cc5-5b99fbafb7a8" providerId="ADAL" clId="{80281096-9E35-4B53-B24F-CBEA8FEF606F}" dt="2026-07-16T09:05:46.980" v="1647" actId="14100"/>
          <ac:spMkLst>
            <pc:docMk/>
            <pc:sldMk cId="3577681192" sldId="2146848913"/>
            <ac:spMk id="13" creationId="{6471A5F8-F8B8-2385-1A7D-BDA623A6B2FF}"/>
          </ac:spMkLst>
        </pc:spChg>
        <pc:spChg chg="mod">
          <ac:chgData name="GAMAL Eslam" userId="90070b53-3ed6-4910-9cc5-5b99fbafb7a8" providerId="ADAL" clId="{80281096-9E35-4B53-B24F-CBEA8FEF606F}" dt="2026-07-16T09:00:49.847" v="1510"/>
          <ac:spMkLst>
            <pc:docMk/>
            <pc:sldMk cId="3577681192" sldId="2146848913"/>
            <ac:spMk id="15" creationId="{4269D67B-CAC9-0A93-45F4-1050447FD02E}"/>
          </ac:spMkLst>
        </pc:spChg>
        <pc:picChg chg="add del mod modCrop">
          <ac:chgData name="GAMAL Eslam" userId="90070b53-3ed6-4910-9cc5-5b99fbafb7a8" providerId="ADAL" clId="{80281096-9E35-4B53-B24F-CBEA8FEF606F}" dt="2026-07-21T07:04:33.083" v="3276" actId="478"/>
          <ac:picMkLst>
            <pc:docMk/>
            <pc:sldMk cId="3577681192" sldId="2146848913"/>
            <ac:picMk id="8" creationId="{9B337523-29D8-F351-A34D-EAE2E4C6EB16}"/>
          </ac:picMkLst>
        </pc:picChg>
      </pc:sldChg>
      <pc:sldChg chg="modSp add mod ord modTransition">
        <pc:chgData name="GAMAL Eslam" userId="90070b53-3ed6-4910-9cc5-5b99fbafb7a8" providerId="ADAL" clId="{80281096-9E35-4B53-B24F-CBEA8FEF606F}" dt="2026-07-16T07:13:08.333" v="1364" actId="20577"/>
        <pc:sldMkLst>
          <pc:docMk/>
          <pc:sldMk cId="3264276056" sldId="2146848914"/>
        </pc:sldMkLst>
        <pc:spChg chg="mod">
          <ac:chgData name="GAMAL Eslam" userId="90070b53-3ed6-4910-9cc5-5b99fbafb7a8" providerId="ADAL" clId="{80281096-9E35-4B53-B24F-CBEA8FEF606F}" dt="2026-07-16T07:13:08.333" v="1364" actId="20577"/>
          <ac:spMkLst>
            <pc:docMk/>
            <pc:sldMk cId="3264276056" sldId="2146848914"/>
            <ac:spMk id="8" creationId="{2BCF8661-D099-0BA4-3361-D901DD7693AD}"/>
          </ac:spMkLst>
        </pc:spChg>
        <pc:spChg chg="mod">
          <ac:chgData name="GAMAL Eslam" userId="90070b53-3ed6-4910-9cc5-5b99fbafb7a8" providerId="ADAL" clId="{80281096-9E35-4B53-B24F-CBEA8FEF606F}" dt="2026-07-15T06:42:31.848" v="482" actId="20577"/>
          <ac:spMkLst>
            <pc:docMk/>
            <pc:sldMk cId="3264276056" sldId="2146848914"/>
            <ac:spMk id="11" creationId="{D9753E0F-88A5-2A38-C002-EE77A59D0D3B}"/>
          </ac:spMkLst>
        </pc:spChg>
      </pc:sldChg>
      <pc:sldChg chg="modSp add mod ord modTransition">
        <pc:chgData name="GAMAL Eslam" userId="90070b53-3ed6-4910-9cc5-5b99fbafb7a8" providerId="ADAL" clId="{80281096-9E35-4B53-B24F-CBEA8FEF606F}" dt="2026-07-15T09:41:32.708" v="789" actId="20577"/>
        <pc:sldMkLst>
          <pc:docMk/>
          <pc:sldMk cId="795229160" sldId="2146848915"/>
        </pc:sldMkLst>
        <pc:spChg chg="mod">
          <ac:chgData name="GAMAL Eslam" userId="90070b53-3ed6-4910-9cc5-5b99fbafb7a8" providerId="ADAL" clId="{80281096-9E35-4B53-B24F-CBEA8FEF606F}" dt="2026-07-15T09:41:32.708" v="789" actId="20577"/>
          <ac:spMkLst>
            <pc:docMk/>
            <pc:sldMk cId="795229160" sldId="2146848915"/>
            <ac:spMk id="8" creationId="{E01A674C-1423-26E1-3CCA-A2C262612B48}"/>
          </ac:spMkLst>
        </pc:spChg>
        <pc:spChg chg="mod">
          <ac:chgData name="GAMAL Eslam" userId="90070b53-3ed6-4910-9cc5-5b99fbafb7a8" providerId="ADAL" clId="{80281096-9E35-4B53-B24F-CBEA8FEF606F}" dt="2026-07-15T06:43:10.168" v="499" actId="313"/>
          <ac:spMkLst>
            <pc:docMk/>
            <pc:sldMk cId="795229160" sldId="2146848915"/>
            <ac:spMk id="11" creationId="{DD5DFEC0-C70A-D268-D161-88957E08134B}"/>
          </ac:spMkLst>
        </pc:spChg>
      </pc:sldChg>
      <pc:sldChg chg="addSp delSp modSp add mod">
        <pc:chgData name="GAMAL Eslam" userId="90070b53-3ed6-4910-9cc5-5b99fbafb7a8" providerId="ADAL" clId="{80281096-9E35-4B53-B24F-CBEA8FEF606F}" dt="2026-07-22T11:14:38.237" v="3331" actId="20577"/>
        <pc:sldMkLst>
          <pc:docMk/>
          <pc:sldMk cId="3248227304" sldId="2146848918"/>
        </pc:sldMkLst>
        <pc:spChg chg="mod">
          <ac:chgData name="GAMAL Eslam" userId="90070b53-3ed6-4910-9cc5-5b99fbafb7a8" providerId="ADAL" clId="{80281096-9E35-4B53-B24F-CBEA8FEF606F}" dt="2026-07-15T09:44:13.844" v="819" actId="20577"/>
          <ac:spMkLst>
            <pc:docMk/>
            <pc:sldMk cId="3248227304" sldId="2146848918"/>
            <ac:spMk id="8" creationId="{72676114-BCF4-FAE7-8A4F-C8CCA5199B26}"/>
          </ac:spMkLst>
        </pc:spChg>
        <pc:spChg chg="mod">
          <ac:chgData name="GAMAL Eslam" userId="90070b53-3ed6-4910-9cc5-5b99fbafb7a8" providerId="ADAL" clId="{80281096-9E35-4B53-B24F-CBEA8FEF606F}" dt="2026-07-22T11:14:38.237" v="3331" actId="20577"/>
          <ac:spMkLst>
            <pc:docMk/>
            <pc:sldMk cId="3248227304" sldId="2146848918"/>
            <ac:spMk id="11" creationId="{E15926A6-A885-DA91-39F2-32C58CDC64A5}"/>
          </ac:spMkLst>
        </pc:spChg>
      </pc:sldChg>
      <pc:sldChg chg="modSp add mod modTransition">
        <pc:chgData name="GAMAL Eslam" userId="90070b53-3ed6-4910-9cc5-5b99fbafb7a8" providerId="ADAL" clId="{80281096-9E35-4B53-B24F-CBEA8FEF606F}" dt="2026-07-15T08:54:13.676" v="724" actId="20577"/>
        <pc:sldMkLst>
          <pc:docMk/>
          <pc:sldMk cId="505387293" sldId="2146848919"/>
        </pc:sldMkLst>
        <pc:spChg chg="mod">
          <ac:chgData name="GAMAL Eslam" userId="90070b53-3ed6-4910-9cc5-5b99fbafb7a8" providerId="ADAL" clId="{80281096-9E35-4B53-B24F-CBEA8FEF606F}" dt="2026-07-15T08:54:13.676" v="724" actId="20577"/>
          <ac:spMkLst>
            <pc:docMk/>
            <pc:sldMk cId="505387293" sldId="2146848919"/>
            <ac:spMk id="8" creationId="{83662B95-A623-F45E-3AFD-1D43784F07A0}"/>
          </ac:spMkLst>
        </pc:spChg>
        <pc:spChg chg="mod">
          <ac:chgData name="GAMAL Eslam" userId="90070b53-3ed6-4910-9cc5-5b99fbafb7a8" providerId="ADAL" clId="{80281096-9E35-4B53-B24F-CBEA8FEF606F}" dt="2026-07-15T07:30:51.034" v="580"/>
          <ac:spMkLst>
            <pc:docMk/>
            <pc:sldMk cId="505387293" sldId="2146848919"/>
            <ac:spMk id="11" creationId="{A45AECEC-29FD-853E-9B22-CF2DBA866425}"/>
          </ac:spMkLst>
        </pc:spChg>
      </pc:sldChg>
      <pc:sldChg chg="addSp delSp modSp add mod modTransition">
        <pc:chgData name="GAMAL Eslam" userId="90070b53-3ed6-4910-9cc5-5b99fbafb7a8" providerId="ADAL" clId="{80281096-9E35-4B53-B24F-CBEA8FEF606F}" dt="2026-07-15T13:27:52.356" v="1318" actId="20577"/>
        <pc:sldMkLst>
          <pc:docMk/>
          <pc:sldMk cId="163047470" sldId="2146848920"/>
        </pc:sldMkLst>
        <pc:spChg chg="mod">
          <ac:chgData name="GAMAL Eslam" userId="90070b53-3ed6-4910-9cc5-5b99fbafb7a8" providerId="ADAL" clId="{80281096-9E35-4B53-B24F-CBEA8FEF606F}" dt="2026-07-15T07:31:39.724" v="583"/>
          <ac:spMkLst>
            <pc:docMk/>
            <pc:sldMk cId="163047470" sldId="2146848920"/>
            <ac:spMk id="2" creationId="{3A89C245-8F54-1A8F-7C24-47CB1A011F3C}"/>
          </ac:spMkLst>
        </pc:spChg>
        <pc:spChg chg="add mod">
          <ac:chgData name="GAMAL Eslam" userId="90070b53-3ed6-4910-9cc5-5b99fbafb7a8" providerId="ADAL" clId="{80281096-9E35-4B53-B24F-CBEA8FEF606F}" dt="2026-07-15T09:46:58.113" v="874" actId="255"/>
          <ac:spMkLst>
            <pc:docMk/>
            <pc:sldMk cId="163047470" sldId="2146848920"/>
            <ac:spMk id="7" creationId="{DD20B0A4-6A02-44A2-42F0-B1777987DDC1}"/>
          </ac:spMkLst>
        </pc:spChg>
        <pc:spChg chg="add mod">
          <ac:chgData name="GAMAL Eslam" userId="90070b53-3ed6-4910-9cc5-5b99fbafb7a8" providerId="ADAL" clId="{80281096-9E35-4B53-B24F-CBEA8FEF606F}" dt="2026-07-15T13:27:52.356" v="1318" actId="20577"/>
          <ac:spMkLst>
            <pc:docMk/>
            <pc:sldMk cId="163047470" sldId="2146848920"/>
            <ac:spMk id="11" creationId="{7A91E937-C2D2-6051-0D75-2AFA2F076719}"/>
          </ac:spMkLst>
        </pc:spChg>
      </pc:sldChg>
      <pc:sldChg chg="modSp add mod ord modTransition modShow">
        <pc:chgData name="GAMAL Eslam" userId="90070b53-3ed6-4910-9cc5-5b99fbafb7a8" providerId="ADAL" clId="{80281096-9E35-4B53-B24F-CBEA8FEF606F}" dt="2026-07-16T11:21:02.235" v="2025" actId="1076"/>
        <pc:sldMkLst>
          <pc:docMk/>
          <pc:sldMk cId="1283921145" sldId="2146848921"/>
        </pc:sldMkLst>
        <pc:spChg chg="mod">
          <ac:chgData name="GAMAL Eslam" userId="90070b53-3ed6-4910-9cc5-5b99fbafb7a8" providerId="ADAL" clId="{80281096-9E35-4B53-B24F-CBEA8FEF606F}" dt="2026-07-15T09:39:56.268" v="761" actId="20577"/>
          <ac:spMkLst>
            <pc:docMk/>
            <pc:sldMk cId="1283921145" sldId="2146848921"/>
            <ac:spMk id="2" creationId="{38EE6327-0C1B-EAF6-DE38-2EF7463D8033}"/>
          </ac:spMkLst>
        </pc:spChg>
        <pc:spChg chg="mod">
          <ac:chgData name="GAMAL Eslam" userId="90070b53-3ed6-4910-9cc5-5b99fbafb7a8" providerId="ADAL" clId="{80281096-9E35-4B53-B24F-CBEA8FEF606F}" dt="2026-07-15T09:41:20.590" v="786" actId="1076"/>
          <ac:spMkLst>
            <pc:docMk/>
            <pc:sldMk cId="1283921145" sldId="2146848921"/>
            <ac:spMk id="8" creationId="{D0CF5345-EC74-7DAB-08E5-0A8BBCE95D90}"/>
          </ac:spMkLst>
        </pc:spChg>
        <pc:spChg chg="mod">
          <ac:chgData name="GAMAL Eslam" userId="90070b53-3ed6-4910-9cc5-5b99fbafb7a8" providerId="ADAL" clId="{80281096-9E35-4B53-B24F-CBEA8FEF606F}" dt="2026-07-16T11:21:02.235" v="2025" actId="1076"/>
          <ac:spMkLst>
            <pc:docMk/>
            <pc:sldMk cId="1283921145" sldId="2146848921"/>
            <ac:spMk id="13" creationId="{5519BE5B-3423-4101-FC7F-017CF989D7A8}"/>
          </ac:spMkLst>
        </pc:spChg>
      </pc:sldChg>
      <pc:sldChg chg="modSp add mod modTransition">
        <pc:chgData name="GAMAL Eslam" userId="90070b53-3ed6-4910-9cc5-5b99fbafb7a8" providerId="ADAL" clId="{80281096-9E35-4B53-B24F-CBEA8FEF606F}" dt="2026-07-15T11:00:32.192" v="1241"/>
        <pc:sldMkLst>
          <pc:docMk/>
          <pc:sldMk cId="3129567657" sldId="2146848922"/>
        </pc:sldMkLst>
        <pc:spChg chg="mod">
          <ac:chgData name="GAMAL Eslam" userId="90070b53-3ed6-4910-9cc5-5b99fbafb7a8" providerId="ADAL" clId="{80281096-9E35-4B53-B24F-CBEA8FEF606F}" dt="2026-07-15T09:45:41.244" v="869" actId="20577"/>
          <ac:spMkLst>
            <pc:docMk/>
            <pc:sldMk cId="3129567657" sldId="2146848922"/>
            <ac:spMk id="11" creationId="{C0B049B7-4145-0BE4-38CC-4B91A0D4950F}"/>
          </ac:spMkLst>
        </pc:spChg>
      </pc:sldChg>
      <pc:sldChg chg="delSp modSp add mod">
        <pc:chgData name="GAMAL Eslam" userId="90070b53-3ed6-4910-9cc5-5b99fbafb7a8" providerId="ADAL" clId="{80281096-9E35-4B53-B24F-CBEA8FEF606F}" dt="2026-07-16T10:38:25.449" v="1974" actId="14100"/>
        <pc:sldMkLst>
          <pc:docMk/>
          <pc:sldMk cId="822350829" sldId="2146848923"/>
        </pc:sldMkLst>
        <pc:spChg chg="mod">
          <ac:chgData name="GAMAL Eslam" userId="90070b53-3ed6-4910-9cc5-5b99fbafb7a8" providerId="ADAL" clId="{80281096-9E35-4B53-B24F-CBEA8FEF606F}" dt="2026-07-15T10:40:20.601" v="922" actId="20577"/>
          <ac:spMkLst>
            <pc:docMk/>
            <pc:sldMk cId="822350829" sldId="2146848923"/>
            <ac:spMk id="2" creationId="{3B0C8D0E-5F1D-1FC6-1C07-93CD4DD026E1}"/>
          </ac:spMkLst>
        </pc:spChg>
        <pc:spChg chg="mod">
          <ac:chgData name="GAMAL Eslam" userId="90070b53-3ed6-4910-9cc5-5b99fbafb7a8" providerId="ADAL" clId="{80281096-9E35-4B53-B24F-CBEA8FEF606F}" dt="2026-07-16T10:38:25.449" v="1974" actId="14100"/>
          <ac:spMkLst>
            <pc:docMk/>
            <pc:sldMk cId="822350829" sldId="2146848923"/>
            <ac:spMk id="7" creationId="{F8E283EB-EF1F-916F-6EB3-4C64268E2B77}"/>
          </ac:spMkLst>
        </pc:spChg>
      </pc:sldChg>
      <pc:sldChg chg="addSp delSp modSp add mod modShow">
        <pc:chgData name="GAMAL Eslam" userId="90070b53-3ed6-4910-9cc5-5b99fbafb7a8" providerId="ADAL" clId="{80281096-9E35-4B53-B24F-CBEA8FEF606F}" dt="2026-07-16T11:40:28.293" v="2224" actId="20577"/>
        <pc:sldMkLst>
          <pc:docMk/>
          <pc:sldMk cId="3827261966" sldId="2146848924"/>
        </pc:sldMkLst>
        <pc:spChg chg="mod">
          <ac:chgData name="GAMAL Eslam" userId="90070b53-3ed6-4910-9cc5-5b99fbafb7a8" providerId="ADAL" clId="{80281096-9E35-4B53-B24F-CBEA8FEF606F}" dt="2026-07-16T11:40:28.293" v="2224" actId="20577"/>
          <ac:spMkLst>
            <pc:docMk/>
            <pc:sldMk cId="3827261966" sldId="2146848924"/>
            <ac:spMk id="2" creationId="{9A5D8E66-8B9C-2C63-6806-12BE6786D428}"/>
          </ac:spMkLst>
        </pc:spChg>
        <pc:spChg chg="add mod">
          <ac:chgData name="GAMAL Eslam" userId="90070b53-3ed6-4910-9cc5-5b99fbafb7a8" providerId="ADAL" clId="{80281096-9E35-4B53-B24F-CBEA8FEF606F}" dt="2026-07-16T11:26:58.698" v="2079" actId="1076"/>
          <ac:spMkLst>
            <pc:docMk/>
            <pc:sldMk cId="3827261966" sldId="2146848924"/>
            <ac:spMk id="8" creationId="{9786AC26-CC17-17E1-EB46-5F47FD5E847F}"/>
          </ac:spMkLst>
        </pc:spChg>
        <pc:spChg chg="add mod">
          <ac:chgData name="GAMAL Eslam" userId="90070b53-3ed6-4910-9cc5-5b99fbafb7a8" providerId="ADAL" clId="{80281096-9E35-4B53-B24F-CBEA8FEF606F}" dt="2026-07-16T11:27:11.695" v="2081" actId="1076"/>
          <ac:spMkLst>
            <pc:docMk/>
            <pc:sldMk cId="3827261966" sldId="2146848924"/>
            <ac:spMk id="10" creationId="{9D591633-37FB-2C8F-55F0-68ECB2CD42F5}"/>
          </ac:spMkLst>
        </pc:spChg>
        <pc:spChg chg="add mod">
          <ac:chgData name="GAMAL Eslam" userId="90070b53-3ed6-4910-9cc5-5b99fbafb7a8" providerId="ADAL" clId="{80281096-9E35-4B53-B24F-CBEA8FEF606F}" dt="2026-07-16T11:27:17.590" v="2082" actId="1076"/>
          <ac:spMkLst>
            <pc:docMk/>
            <pc:sldMk cId="3827261966" sldId="2146848924"/>
            <ac:spMk id="14" creationId="{A8B8749C-66C5-B812-4205-5CEE8D49BEB5}"/>
          </ac:spMkLst>
        </pc:spChg>
        <pc:spChg chg="add mod">
          <ac:chgData name="GAMAL Eslam" userId="90070b53-3ed6-4910-9cc5-5b99fbafb7a8" providerId="ADAL" clId="{80281096-9E35-4B53-B24F-CBEA8FEF606F}" dt="2026-07-16T11:27:08.597" v="2080" actId="1076"/>
          <ac:spMkLst>
            <pc:docMk/>
            <pc:sldMk cId="3827261966" sldId="2146848924"/>
            <ac:spMk id="16" creationId="{BF1D43D5-EE65-AFF8-3284-B8FDE7FFF980}"/>
          </ac:spMkLst>
        </pc:spChg>
        <pc:spChg chg="add mod">
          <ac:chgData name="GAMAL Eslam" userId="90070b53-3ed6-4910-9cc5-5b99fbafb7a8" providerId="ADAL" clId="{80281096-9E35-4B53-B24F-CBEA8FEF606F}" dt="2026-07-16T11:26:42.745" v="2077" actId="1076"/>
          <ac:spMkLst>
            <pc:docMk/>
            <pc:sldMk cId="3827261966" sldId="2146848924"/>
            <ac:spMk id="18" creationId="{C2E56846-31FA-EDC9-366F-D7A0C8B2E961}"/>
          </ac:spMkLst>
        </pc:spChg>
        <pc:spChg chg="add mod">
          <ac:chgData name="GAMAL Eslam" userId="90070b53-3ed6-4910-9cc5-5b99fbafb7a8" providerId="ADAL" clId="{80281096-9E35-4B53-B24F-CBEA8FEF606F}" dt="2026-07-16T11:32:47.491" v="2107" actId="1076"/>
          <ac:spMkLst>
            <pc:docMk/>
            <pc:sldMk cId="3827261966" sldId="2146848924"/>
            <ac:spMk id="20" creationId="{1E907284-0CB3-61FC-FD5F-6DB4990CA418}"/>
          </ac:spMkLst>
        </pc:spChg>
        <pc:spChg chg="add mod">
          <ac:chgData name="GAMAL Eslam" userId="90070b53-3ed6-4910-9cc5-5b99fbafb7a8" providerId="ADAL" clId="{80281096-9E35-4B53-B24F-CBEA8FEF606F}" dt="2026-07-16T11:29:33.429" v="2099" actId="1076"/>
          <ac:spMkLst>
            <pc:docMk/>
            <pc:sldMk cId="3827261966" sldId="2146848924"/>
            <ac:spMk id="24" creationId="{4FC528BC-2772-89F8-50C7-D8A0235CF2D5}"/>
          </ac:spMkLst>
        </pc:spChg>
        <pc:spChg chg="add mod">
          <ac:chgData name="GAMAL Eslam" userId="90070b53-3ed6-4910-9cc5-5b99fbafb7a8" providerId="ADAL" clId="{80281096-9E35-4B53-B24F-CBEA8FEF606F}" dt="2026-07-16T11:29:21.668" v="2098" actId="1076"/>
          <ac:spMkLst>
            <pc:docMk/>
            <pc:sldMk cId="3827261966" sldId="2146848924"/>
            <ac:spMk id="26" creationId="{34D68B06-691E-A99A-6A3E-00B440CBFA93}"/>
          </ac:spMkLst>
        </pc:spChg>
        <pc:spChg chg="add mod">
          <ac:chgData name="GAMAL Eslam" userId="90070b53-3ed6-4910-9cc5-5b99fbafb7a8" providerId="ADAL" clId="{80281096-9E35-4B53-B24F-CBEA8FEF606F}" dt="2026-07-16T11:33:43.124" v="2131" actId="1076"/>
          <ac:spMkLst>
            <pc:docMk/>
            <pc:sldMk cId="3827261966" sldId="2146848924"/>
            <ac:spMk id="28" creationId="{01A95C2C-34B8-2F5D-27BE-3FE574D5C613}"/>
          </ac:spMkLst>
        </pc:spChg>
        <pc:spChg chg="mod">
          <ac:chgData name="GAMAL Eslam" userId="90070b53-3ed6-4910-9cc5-5b99fbafb7a8" providerId="ADAL" clId="{80281096-9E35-4B53-B24F-CBEA8FEF606F}" dt="2026-07-15T10:50:17.780" v="1204" actId="20577"/>
          <ac:spMkLst>
            <pc:docMk/>
            <pc:sldMk cId="3827261966" sldId="2146848924"/>
            <ac:spMk id="120" creationId="{50F901AE-AEB8-458D-04C1-6DC44FA82F2E}"/>
          </ac:spMkLst>
        </pc:spChg>
        <pc:picChg chg="add mod modCrop">
          <ac:chgData name="GAMAL Eslam" userId="90070b53-3ed6-4910-9cc5-5b99fbafb7a8" providerId="ADAL" clId="{80281096-9E35-4B53-B24F-CBEA8FEF606F}" dt="2026-07-16T11:26:39.047" v="2076" actId="1076"/>
          <ac:picMkLst>
            <pc:docMk/>
            <pc:sldMk cId="3827261966" sldId="2146848924"/>
            <ac:picMk id="7" creationId="{C03ACB91-2DB3-6749-4DD3-7C44DA692E1E}"/>
          </ac:picMkLst>
        </pc:picChg>
        <pc:picChg chg="add mod modCrop">
          <ac:chgData name="GAMAL Eslam" userId="90070b53-3ed6-4910-9cc5-5b99fbafb7a8" providerId="ADAL" clId="{80281096-9E35-4B53-B24F-CBEA8FEF606F}" dt="2026-07-16T11:34:01.958" v="2132" actId="1076"/>
          <ac:picMkLst>
            <pc:docMk/>
            <pc:sldMk cId="3827261966" sldId="2146848924"/>
            <ac:picMk id="22" creationId="{482B3858-E152-1BC7-A7E5-A22EDFA6B0CF}"/>
          </ac:picMkLst>
        </pc:picChg>
      </pc:sldChg>
      <pc:sldChg chg="add mod modTransition modShow">
        <pc:chgData name="GAMAL Eslam" userId="90070b53-3ed6-4910-9cc5-5b99fbafb7a8" providerId="ADAL" clId="{80281096-9E35-4B53-B24F-CBEA8FEF606F}" dt="2026-07-15T11:00:27.678" v="1238"/>
        <pc:sldMkLst>
          <pc:docMk/>
          <pc:sldMk cId="4266171654" sldId="2146848925"/>
        </pc:sldMkLst>
      </pc:sldChg>
      <pc:sldChg chg="addSp delSp modSp add mod modTransition modShow">
        <pc:chgData name="GAMAL Eslam" userId="90070b53-3ed6-4910-9cc5-5b99fbafb7a8" providerId="ADAL" clId="{80281096-9E35-4B53-B24F-CBEA8FEF606F}" dt="2026-07-16T11:00:37.254" v="1991" actId="1076"/>
        <pc:sldMkLst>
          <pc:docMk/>
          <pc:sldMk cId="3509607715" sldId="2146848926"/>
        </pc:sldMkLst>
        <pc:picChg chg="mod">
          <ac:chgData name="GAMAL Eslam" userId="90070b53-3ed6-4910-9cc5-5b99fbafb7a8" providerId="ADAL" clId="{80281096-9E35-4B53-B24F-CBEA8FEF606F}" dt="2026-07-16T11:00:37.254" v="1991" actId="1076"/>
          <ac:picMkLst>
            <pc:docMk/>
            <pc:sldMk cId="3509607715" sldId="2146848926"/>
            <ac:picMk id="6" creationId="{84F7E29D-173D-5C6F-9E95-59B5B4BB4C0C}"/>
          </ac:picMkLst>
        </pc:picChg>
      </pc:sldChg>
      <pc:sldChg chg="addSp delSp modSp add mod modTransition modShow">
        <pc:chgData name="GAMAL Eslam" userId="90070b53-3ed6-4910-9cc5-5b99fbafb7a8" providerId="ADAL" clId="{80281096-9E35-4B53-B24F-CBEA8FEF606F}" dt="2026-07-21T07:12:52.645" v="3298" actId="478"/>
        <pc:sldMkLst>
          <pc:docMk/>
          <pc:sldMk cId="3465357228" sldId="2146848927"/>
        </pc:sldMkLst>
        <pc:spChg chg="mod ord">
          <ac:chgData name="GAMAL Eslam" userId="90070b53-3ed6-4910-9cc5-5b99fbafb7a8" providerId="ADAL" clId="{80281096-9E35-4B53-B24F-CBEA8FEF606F}" dt="2026-07-21T07:08:38.545" v="3290" actId="166"/>
          <ac:spMkLst>
            <pc:docMk/>
            <pc:sldMk cId="3465357228" sldId="2146848927"/>
            <ac:spMk id="16" creationId="{CE664EEB-6F2A-8C1F-5A6C-6CB0C15DF55E}"/>
          </ac:spMkLst>
        </pc:spChg>
        <pc:spChg chg="mod">
          <ac:chgData name="GAMAL Eslam" userId="90070b53-3ed6-4910-9cc5-5b99fbafb7a8" providerId="ADAL" clId="{80281096-9E35-4B53-B24F-CBEA8FEF606F}" dt="2026-07-15T13:17:29.425" v="1275" actId="1076"/>
          <ac:spMkLst>
            <pc:docMk/>
            <pc:sldMk cId="3465357228" sldId="2146848927"/>
            <ac:spMk id="23" creationId="{1145F92C-334C-19A1-6378-E5F9B6DC6955}"/>
          </ac:spMkLst>
        </pc:spChg>
        <pc:spChg chg="add del mod">
          <ac:chgData name="GAMAL Eslam" userId="90070b53-3ed6-4910-9cc5-5b99fbafb7a8" providerId="ADAL" clId="{80281096-9E35-4B53-B24F-CBEA8FEF606F}" dt="2026-07-15T13:17:29.647" v="1276" actId="1076"/>
          <ac:spMkLst>
            <pc:docMk/>
            <pc:sldMk cId="3465357228" sldId="2146848927"/>
            <ac:spMk id="24" creationId="{36251ABE-1115-75B1-2D3D-3A16F28D3F30}"/>
          </ac:spMkLst>
        </pc:spChg>
        <pc:picChg chg="add del mod">
          <ac:chgData name="GAMAL Eslam" userId="90070b53-3ed6-4910-9cc5-5b99fbafb7a8" providerId="ADAL" clId="{80281096-9E35-4B53-B24F-CBEA8FEF606F}" dt="2026-07-21T07:12:52.645" v="3298" actId="478"/>
          <ac:picMkLst>
            <pc:docMk/>
            <pc:sldMk cId="3465357228" sldId="2146848927"/>
            <ac:picMk id="6" creationId="{D7229D28-7A9C-F9FB-5128-E7E8EE44608D}"/>
          </ac:picMkLst>
        </pc:picChg>
        <pc:picChg chg="mod">
          <ac:chgData name="GAMAL Eslam" userId="90070b53-3ed6-4910-9cc5-5b99fbafb7a8" providerId="ADAL" clId="{80281096-9E35-4B53-B24F-CBEA8FEF606F}" dt="2026-07-15T13:17:31.042" v="1280" actId="688"/>
          <ac:picMkLst>
            <pc:docMk/>
            <pc:sldMk cId="3465357228" sldId="2146848927"/>
            <ac:picMk id="7" creationId="{D252D8A8-B552-DD90-F99D-68C6B472C545}"/>
          </ac:picMkLst>
        </pc:picChg>
        <pc:cxnChg chg="add del mod">
          <ac:chgData name="GAMAL Eslam" userId="90070b53-3ed6-4910-9cc5-5b99fbafb7a8" providerId="ADAL" clId="{80281096-9E35-4B53-B24F-CBEA8FEF606F}" dt="2026-07-15T13:17:29.120" v="1274" actId="14100"/>
          <ac:cxnSpMkLst>
            <pc:docMk/>
            <pc:sldMk cId="3465357228" sldId="2146848927"/>
            <ac:cxnSpMk id="11" creationId="{0D8FC628-0DAF-7FD1-6913-FDAB20C40818}"/>
          </ac:cxnSpMkLst>
        </pc:cxnChg>
      </pc:sldChg>
      <pc:sldChg chg="addSp delSp modSp add mod">
        <pc:chgData name="GAMAL Eslam" userId="90070b53-3ed6-4910-9cc5-5b99fbafb7a8" providerId="ADAL" clId="{80281096-9E35-4B53-B24F-CBEA8FEF606F}" dt="2026-07-16T10:00:26.270" v="1661" actId="478"/>
        <pc:sldMkLst>
          <pc:docMk/>
          <pc:sldMk cId="2778945166" sldId="2146848930"/>
        </pc:sldMkLst>
        <pc:spChg chg="mod">
          <ac:chgData name="GAMAL Eslam" userId="90070b53-3ed6-4910-9cc5-5b99fbafb7a8" providerId="ADAL" clId="{80281096-9E35-4B53-B24F-CBEA8FEF606F}" dt="2026-07-16T09:18:47.533" v="1653" actId="1076"/>
          <ac:spMkLst>
            <pc:docMk/>
            <pc:sldMk cId="2778945166" sldId="2146848930"/>
            <ac:spMk id="10" creationId="{31819546-C406-E727-999A-D9CF611876EF}"/>
          </ac:spMkLst>
        </pc:spChg>
      </pc:sldChg>
      <pc:sldChg chg="addSp delSp modSp add mod ord">
        <pc:chgData name="GAMAL Eslam" userId="90070b53-3ed6-4910-9cc5-5b99fbafb7a8" providerId="ADAL" clId="{80281096-9E35-4B53-B24F-CBEA8FEF606F}" dt="2026-07-19T08:48:14.752" v="2685" actId="255"/>
        <pc:sldMkLst>
          <pc:docMk/>
          <pc:sldMk cId="545193184" sldId="2146848931"/>
        </pc:sldMkLst>
        <pc:spChg chg="mod">
          <ac:chgData name="GAMAL Eslam" userId="90070b53-3ed6-4910-9cc5-5b99fbafb7a8" providerId="ADAL" clId="{80281096-9E35-4B53-B24F-CBEA8FEF606F}" dt="2026-07-19T08:48:14.752" v="2685" actId="255"/>
          <ac:spMkLst>
            <pc:docMk/>
            <pc:sldMk cId="545193184" sldId="2146848931"/>
            <ac:spMk id="120" creationId="{76018B37-0AED-14E5-3F2B-6A37F22939C4}"/>
          </ac:spMkLst>
        </pc:spChg>
      </pc:sldChg>
      <pc:sldChg chg="addSp delSp modSp add mod">
        <pc:chgData name="GAMAL Eslam" userId="90070b53-3ed6-4910-9cc5-5b99fbafb7a8" providerId="ADAL" clId="{80281096-9E35-4B53-B24F-CBEA8FEF606F}" dt="2026-07-21T07:05:25.027" v="3277" actId="14100"/>
        <pc:sldMkLst>
          <pc:docMk/>
          <pc:sldMk cId="3246319014" sldId="2146848932"/>
        </pc:sldMkLst>
        <pc:spChg chg="add mod">
          <ac:chgData name="GAMAL Eslam" userId="90070b53-3ed6-4910-9cc5-5b99fbafb7a8" providerId="ADAL" clId="{80281096-9E35-4B53-B24F-CBEA8FEF606F}" dt="2026-07-21T07:02:12.400" v="3252" actId="1076"/>
          <ac:spMkLst>
            <pc:docMk/>
            <pc:sldMk cId="3246319014" sldId="2146848932"/>
            <ac:spMk id="12" creationId="{76B3F70E-3596-EEF7-F93F-29F5C42898A4}"/>
          </ac:spMkLst>
        </pc:spChg>
        <pc:picChg chg="add mod">
          <ac:chgData name="GAMAL Eslam" userId="90070b53-3ed6-4910-9cc5-5b99fbafb7a8" providerId="ADAL" clId="{80281096-9E35-4B53-B24F-CBEA8FEF606F}" dt="2026-07-21T06:59:44.785" v="3205" actId="1076"/>
          <ac:picMkLst>
            <pc:docMk/>
            <pc:sldMk cId="3246319014" sldId="2146848932"/>
            <ac:picMk id="7" creationId="{D45A305D-4594-6B13-C820-BC698B117408}"/>
          </ac:picMkLst>
        </pc:picChg>
        <pc:picChg chg="add del mod modCrop">
          <ac:chgData name="GAMAL Eslam" userId="90070b53-3ed6-4910-9cc5-5b99fbafb7a8" providerId="ADAL" clId="{80281096-9E35-4B53-B24F-CBEA8FEF606F}" dt="2026-07-21T07:03:38.477" v="3262" actId="478"/>
          <ac:picMkLst>
            <pc:docMk/>
            <pc:sldMk cId="3246319014" sldId="2146848932"/>
            <ac:picMk id="8" creationId="{A297213F-F297-5E4A-1990-200249198168}"/>
          </ac:picMkLst>
        </pc:picChg>
        <pc:picChg chg="add del mod">
          <ac:chgData name="GAMAL Eslam" userId="90070b53-3ed6-4910-9cc5-5b99fbafb7a8" providerId="ADAL" clId="{80281096-9E35-4B53-B24F-CBEA8FEF606F}" dt="2026-07-21T07:01:03.007" v="3234" actId="478"/>
          <ac:picMkLst>
            <pc:docMk/>
            <pc:sldMk cId="3246319014" sldId="2146848932"/>
            <ac:picMk id="9" creationId="{ACB0E0C0-7BD1-7228-6A66-301FB6C9EE07}"/>
          </ac:picMkLst>
        </pc:picChg>
        <pc:picChg chg="mod">
          <ac:chgData name="GAMAL Eslam" userId="90070b53-3ed6-4910-9cc5-5b99fbafb7a8" providerId="ADAL" clId="{80281096-9E35-4B53-B24F-CBEA8FEF606F}" dt="2026-07-21T06:59:49.383" v="3206" actId="1076"/>
          <ac:picMkLst>
            <pc:docMk/>
            <pc:sldMk cId="3246319014" sldId="2146848932"/>
            <ac:picMk id="11" creationId="{11B2F6F3-35FA-56E2-A34C-5FD2D6F5FF41}"/>
          </ac:picMkLst>
        </pc:picChg>
        <pc:picChg chg="add del">
          <ac:chgData name="GAMAL Eslam" userId="90070b53-3ed6-4910-9cc5-5b99fbafb7a8" providerId="ADAL" clId="{80281096-9E35-4B53-B24F-CBEA8FEF606F}" dt="2026-07-21T07:02:43.618" v="3254" actId="22"/>
          <ac:picMkLst>
            <pc:docMk/>
            <pc:sldMk cId="3246319014" sldId="2146848932"/>
            <ac:picMk id="15" creationId="{F76D60A1-F143-087A-41B9-5545BB9A8BA5}"/>
          </ac:picMkLst>
        </pc:picChg>
        <pc:picChg chg="add del mod">
          <ac:chgData name="GAMAL Eslam" userId="90070b53-3ed6-4910-9cc5-5b99fbafb7a8" providerId="ADAL" clId="{80281096-9E35-4B53-B24F-CBEA8FEF606F}" dt="2026-07-21T07:03:11.149" v="3257" actId="478"/>
          <ac:picMkLst>
            <pc:docMk/>
            <pc:sldMk cId="3246319014" sldId="2146848932"/>
            <ac:picMk id="17" creationId="{56DC2276-A590-6DCF-7200-003D30E449BF}"/>
          </ac:picMkLst>
        </pc:picChg>
        <pc:picChg chg="add mod">
          <ac:chgData name="GAMAL Eslam" userId="90070b53-3ed6-4910-9cc5-5b99fbafb7a8" providerId="ADAL" clId="{80281096-9E35-4B53-B24F-CBEA8FEF606F}" dt="2026-07-21T07:05:25.027" v="3277" actId="14100"/>
          <ac:picMkLst>
            <pc:docMk/>
            <pc:sldMk cId="3246319014" sldId="2146848932"/>
            <ac:picMk id="19" creationId="{FF192733-198A-F528-9382-F6ED1EB94374}"/>
          </ac:picMkLst>
        </pc:picChg>
      </pc:sldChg>
      <pc:sldChg chg="addSp delSp modSp add mod">
        <pc:chgData name="GAMAL Eslam" userId="90070b53-3ed6-4910-9cc5-5b99fbafb7a8" providerId="ADAL" clId="{80281096-9E35-4B53-B24F-CBEA8FEF606F}" dt="2026-07-22T11:51:54.770" v="3334" actId="14100"/>
        <pc:sldMkLst>
          <pc:docMk/>
          <pc:sldMk cId="1684776226" sldId="2146848935"/>
        </pc:sldMkLst>
        <pc:spChg chg="mod">
          <ac:chgData name="GAMAL Eslam" userId="90070b53-3ed6-4910-9cc5-5b99fbafb7a8" providerId="ADAL" clId="{80281096-9E35-4B53-B24F-CBEA8FEF606F}" dt="2026-07-19T08:40:10.489" v="2654" actId="20577"/>
          <ac:spMkLst>
            <pc:docMk/>
            <pc:sldMk cId="1684776226" sldId="2146848935"/>
            <ac:spMk id="2" creationId="{734AE6EF-630B-36FF-9FD8-8AA5A7EBE3E9}"/>
          </ac:spMkLst>
        </pc:spChg>
        <pc:spChg chg="mod">
          <ac:chgData name="GAMAL Eslam" userId="90070b53-3ed6-4910-9cc5-5b99fbafb7a8" providerId="ADAL" clId="{80281096-9E35-4B53-B24F-CBEA8FEF606F}" dt="2026-07-22T11:51:54.770" v="3334" actId="14100"/>
          <ac:spMkLst>
            <pc:docMk/>
            <pc:sldMk cId="1684776226" sldId="2146848935"/>
            <ac:spMk id="9" creationId="{CC31A3A1-77E5-E525-AF77-8563372A1286}"/>
          </ac:spMkLst>
        </pc:spChg>
        <pc:picChg chg="add mod">
          <ac:chgData name="GAMAL Eslam" userId="90070b53-3ed6-4910-9cc5-5b99fbafb7a8" providerId="ADAL" clId="{80281096-9E35-4B53-B24F-CBEA8FEF606F}" dt="2026-07-19T09:23:02.943" v="2714" actId="14826"/>
          <ac:picMkLst>
            <pc:docMk/>
            <pc:sldMk cId="1684776226" sldId="2146848935"/>
            <ac:picMk id="12" creationId="{84CEE363-F924-9E02-DF6B-BAB98809D69F}"/>
          </ac:picMkLst>
        </pc:picChg>
        <pc:picChg chg="add mod">
          <ac:chgData name="GAMAL Eslam" userId="90070b53-3ed6-4910-9cc5-5b99fbafb7a8" providerId="ADAL" clId="{80281096-9E35-4B53-B24F-CBEA8FEF606F}" dt="2026-07-19T09:22:39.912" v="2711" actId="1076"/>
          <ac:picMkLst>
            <pc:docMk/>
            <pc:sldMk cId="1684776226" sldId="2146848935"/>
            <ac:picMk id="16" creationId="{FC6DAC10-A986-D8DB-71D4-190751BB03B7}"/>
          </ac:picMkLst>
        </pc:picChg>
      </pc:sldChg>
      <pc:sldChg chg="modSp add del mod">
        <pc:chgData name="GAMAL Eslam" userId="90070b53-3ed6-4910-9cc5-5b99fbafb7a8" providerId="ADAL" clId="{80281096-9E35-4B53-B24F-CBEA8FEF606F}" dt="2026-07-21T07:02:03.959" v="3251" actId="2696"/>
        <pc:sldMkLst>
          <pc:docMk/>
          <pc:sldMk cId="1189929929" sldId="2146848936"/>
        </pc:sldMkLst>
      </pc:sldChg>
      <pc:sldChg chg="modSp add mod">
        <pc:chgData name="GAMAL Eslam" userId="90070b53-3ed6-4910-9cc5-5b99fbafb7a8" providerId="ADAL" clId="{80281096-9E35-4B53-B24F-CBEA8FEF606F}" dt="2026-07-21T07:03:58.986" v="3266" actId="14100"/>
        <pc:sldMkLst>
          <pc:docMk/>
          <pc:sldMk cId="930723748" sldId="2146848937"/>
        </pc:sldMkLst>
        <pc:spChg chg="mod">
          <ac:chgData name="GAMAL Eslam" userId="90070b53-3ed6-4910-9cc5-5b99fbafb7a8" providerId="ADAL" clId="{80281096-9E35-4B53-B24F-CBEA8FEF606F}" dt="2026-07-21T07:01:53.919" v="3250" actId="1076"/>
          <ac:spMkLst>
            <pc:docMk/>
            <pc:sldMk cId="930723748" sldId="2146848937"/>
            <ac:spMk id="12" creationId="{9DF622FA-1C0E-46AF-068A-AE7F6EC0776C}"/>
          </ac:spMkLst>
        </pc:spChg>
        <pc:spChg chg="mod">
          <ac:chgData name="GAMAL Eslam" userId="90070b53-3ed6-4910-9cc5-5b99fbafb7a8" providerId="ADAL" clId="{80281096-9E35-4B53-B24F-CBEA8FEF606F}" dt="2026-07-21T07:01:37.073" v="3240" actId="20577"/>
          <ac:spMkLst>
            <pc:docMk/>
            <pc:sldMk cId="930723748" sldId="2146848937"/>
            <ac:spMk id="13" creationId="{187CA44C-1032-9CFF-73DC-8C9B890FE8AC}"/>
          </ac:spMkLst>
        </pc:spChg>
        <pc:picChg chg="mod">
          <ac:chgData name="GAMAL Eslam" userId="90070b53-3ed6-4910-9cc5-5b99fbafb7a8" providerId="ADAL" clId="{80281096-9E35-4B53-B24F-CBEA8FEF606F}" dt="2026-07-21T07:03:58.986" v="3266" actId="14100"/>
          <ac:picMkLst>
            <pc:docMk/>
            <pc:sldMk cId="930723748" sldId="2146848937"/>
            <ac:picMk id="8" creationId="{2517F776-09A2-8ADA-A87E-3F1924DB8A8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34" charset="0"/>
              </a:defRPr>
            </a:lvl1pPr>
          </a:lstStyle>
          <a:p>
            <a:endParaRPr lang="en-GB"/>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itchFamily="34" charset="0"/>
              </a:defRPr>
            </a:lvl1pPr>
          </a:lstStyle>
          <a:p>
            <a:fld id="{D680E798-53FF-4C51-A981-953463752515}" type="datetimeFigureOut">
              <a:rPr lang="en-GB" smtClean="0"/>
              <a:pPr/>
              <a:t>22/07/2026</a:t>
            </a:fld>
            <a:endParaRPr lang="en-GB"/>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Cliquez pour modifier les styles du texte du masque</a:t>
            </a:r>
          </a:p>
          <a:p>
            <a:pPr lvl="1"/>
            <a:r>
              <a:rPr lang="en-GB"/>
              <a:t>Deuxième niveau</a:t>
            </a:r>
          </a:p>
          <a:p>
            <a:pPr lvl="2"/>
            <a:r>
              <a:rPr lang="en-GB"/>
              <a:t>Troisième niveau</a:t>
            </a:r>
          </a:p>
          <a:p>
            <a:pPr lvl="3"/>
            <a:r>
              <a:rPr lang="en-GB"/>
              <a:t>Quatrième niveau</a:t>
            </a:r>
          </a:p>
          <a:p>
            <a:pPr lvl="4"/>
            <a:r>
              <a:rPr lang="en-GB"/>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itchFamily="34" charset="0"/>
              </a:defRPr>
            </a:lvl1pPr>
          </a:lstStyle>
          <a:p>
            <a:endParaRPr lang="en-GB"/>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itchFamily="34" charset="0"/>
              </a:defRPr>
            </a:lvl1pPr>
          </a:lstStyle>
          <a:p>
            <a:fld id="{1B06CD8F-B7ED-4A05-9FB1-A01CC0EF02CC}" type="slidenum">
              <a:rPr lang="en-GB" smtClean="0"/>
              <a:pPr/>
              <a:t>‹#›</a:t>
            </a:fld>
            <a:endParaRPr lang="en-GB"/>
          </a:p>
        </p:txBody>
      </p:sp>
    </p:spTree>
    <p:extLst>
      <p:ext uri="{BB962C8B-B14F-4D97-AF65-F5344CB8AC3E}">
        <p14:creationId xmlns:p14="http://schemas.microsoft.com/office/powerpoint/2010/main" val="11262114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GB"/>
          </a:p>
        </p:txBody>
      </p:sp>
      <p:sp>
        <p:nvSpPr>
          <p:cNvPr id="4" name="Espace réservé du numéro de diapositive 3"/>
          <p:cNvSpPr>
            <a:spLocks noGrp="1"/>
          </p:cNvSpPr>
          <p:nvPr>
            <p:ph type="sldNum" sz="quarter" idx="10"/>
          </p:nvPr>
        </p:nvSpPr>
        <p:spPr/>
        <p:txBody>
          <a:bodyPr/>
          <a:lstStyle/>
          <a:p>
            <a:fld id="{1B06CD8F-B7ED-4A05-9FB1-A01CC0EF02CC}" type="slidenum">
              <a:rPr lang="en-GB" smtClean="0"/>
              <a:pPr/>
              <a:t>2</a:t>
            </a:fld>
            <a:endParaRPr lang="en-GB"/>
          </a:p>
        </p:txBody>
      </p:sp>
    </p:spTree>
    <p:extLst>
      <p:ext uri="{BB962C8B-B14F-4D97-AF65-F5344CB8AC3E}">
        <p14:creationId xmlns:p14="http://schemas.microsoft.com/office/powerpoint/2010/main" val="29412161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8C335-5870-72E6-68E6-F1405FDF348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9D82C03-F25F-AD86-8D9D-18700EC44F3E}"/>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A81CC14-346C-427C-5D04-F9A892DB8CFA}"/>
              </a:ext>
            </a:extLst>
          </p:cNvPr>
          <p:cNvSpPr>
            <a:spLocks noGrp="1"/>
          </p:cNvSpPr>
          <p:nvPr>
            <p:ph type="body" idx="1"/>
          </p:nvPr>
        </p:nvSpPr>
        <p:spPr/>
        <p:txBody>
          <a:bodyPr/>
          <a:lstStyle/>
          <a:p>
            <a:endParaRPr lang="en-GB"/>
          </a:p>
        </p:txBody>
      </p:sp>
      <p:sp>
        <p:nvSpPr>
          <p:cNvPr id="4" name="Espace réservé du numéro de diapositive 3">
            <a:extLst>
              <a:ext uri="{FF2B5EF4-FFF2-40B4-BE49-F238E27FC236}">
                <a16:creationId xmlns:a16="http://schemas.microsoft.com/office/drawing/2014/main" id="{501F298A-D9DE-F00A-726C-ADA5ABB6B19E}"/>
              </a:ext>
            </a:extLst>
          </p:cNvPr>
          <p:cNvSpPr>
            <a:spLocks noGrp="1"/>
          </p:cNvSpPr>
          <p:nvPr>
            <p:ph type="sldNum" sz="quarter" idx="10"/>
          </p:nvPr>
        </p:nvSpPr>
        <p:spPr/>
        <p:txBody>
          <a:bodyPr/>
          <a:lstStyle/>
          <a:p>
            <a:fld id="{1B06CD8F-B7ED-4A05-9FB1-A01CC0EF02CC}" type="slidenum">
              <a:rPr lang="en-GB" smtClean="0"/>
              <a:pPr/>
              <a:t>3</a:t>
            </a:fld>
            <a:endParaRPr lang="en-GB"/>
          </a:p>
        </p:txBody>
      </p:sp>
    </p:spTree>
    <p:extLst>
      <p:ext uri="{BB962C8B-B14F-4D97-AF65-F5344CB8AC3E}">
        <p14:creationId xmlns:p14="http://schemas.microsoft.com/office/powerpoint/2010/main" val="37217299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06CD8F-B7ED-4A05-9FB1-A01CC0EF02CC}" type="slidenum">
              <a:rPr lang="en-GB" smtClean="0"/>
              <a:pPr/>
              <a:t>4</a:t>
            </a:fld>
            <a:endParaRPr lang="en-GB"/>
          </a:p>
        </p:txBody>
      </p:sp>
    </p:spTree>
    <p:extLst>
      <p:ext uri="{BB962C8B-B14F-4D97-AF65-F5344CB8AC3E}">
        <p14:creationId xmlns:p14="http://schemas.microsoft.com/office/powerpoint/2010/main" val="2593715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GB"/>
          </a:p>
        </p:txBody>
      </p:sp>
      <p:sp>
        <p:nvSpPr>
          <p:cNvPr id="4" name="Espace réservé du numéro de diapositive 3"/>
          <p:cNvSpPr>
            <a:spLocks noGrp="1"/>
          </p:cNvSpPr>
          <p:nvPr>
            <p:ph type="sldNum" sz="quarter" idx="10"/>
          </p:nvPr>
        </p:nvSpPr>
        <p:spPr/>
        <p:txBody>
          <a:bodyPr/>
          <a:lstStyle/>
          <a:p>
            <a:fld id="{1B06CD8F-B7ED-4A05-9FB1-A01CC0EF02CC}" type="slidenum">
              <a:rPr lang="en-GB" smtClean="0"/>
              <a:pPr/>
              <a:t>5</a:t>
            </a:fld>
            <a:endParaRPr lang="en-GB"/>
          </a:p>
        </p:txBody>
      </p:sp>
    </p:spTree>
    <p:extLst>
      <p:ext uri="{BB962C8B-B14F-4D97-AF65-F5344CB8AC3E}">
        <p14:creationId xmlns:p14="http://schemas.microsoft.com/office/powerpoint/2010/main" val="20585442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F336A-17DD-0B2E-B849-108A5A0959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7A0E0B-1F0C-B6CB-6FE2-D8FC74426B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00F017-4B3A-23C0-A1BE-BFEBF45359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F90552-6D12-AA3D-F786-F929456321DC}"/>
              </a:ext>
            </a:extLst>
          </p:cNvPr>
          <p:cNvSpPr>
            <a:spLocks noGrp="1"/>
          </p:cNvSpPr>
          <p:nvPr>
            <p:ph type="sldNum" sz="quarter" idx="5"/>
          </p:nvPr>
        </p:nvSpPr>
        <p:spPr/>
        <p:txBody>
          <a:bodyPr/>
          <a:lstStyle/>
          <a:p>
            <a:fld id="{1B06CD8F-B7ED-4A05-9FB1-A01CC0EF02CC}" type="slidenum">
              <a:rPr lang="en-GB" smtClean="0"/>
              <a:pPr/>
              <a:t>6</a:t>
            </a:fld>
            <a:endParaRPr lang="en-GB"/>
          </a:p>
        </p:txBody>
      </p:sp>
    </p:spTree>
    <p:extLst>
      <p:ext uri="{BB962C8B-B14F-4D97-AF65-F5344CB8AC3E}">
        <p14:creationId xmlns:p14="http://schemas.microsoft.com/office/powerpoint/2010/main" val="1240106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DEA45-375C-0102-439B-CB55B83767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0A355-92F7-E71E-40F2-4FB242461F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78CBBE-C7B3-6202-6A8F-E429EB574D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50647C-AC64-1862-789F-36D7E316A0AF}"/>
              </a:ext>
            </a:extLst>
          </p:cNvPr>
          <p:cNvSpPr>
            <a:spLocks noGrp="1"/>
          </p:cNvSpPr>
          <p:nvPr>
            <p:ph type="sldNum" sz="quarter" idx="5"/>
          </p:nvPr>
        </p:nvSpPr>
        <p:spPr/>
        <p:txBody>
          <a:bodyPr/>
          <a:lstStyle/>
          <a:p>
            <a:fld id="{1B06CD8F-B7ED-4A05-9FB1-A01CC0EF02CC}" type="slidenum">
              <a:rPr lang="en-GB" smtClean="0"/>
              <a:pPr/>
              <a:t>7</a:t>
            </a:fld>
            <a:endParaRPr lang="en-GB"/>
          </a:p>
        </p:txBody>
      </p:sp>
    </p:spTree>
    <p:extLst>
      <p:ext uri="{BB962C8B-B14F-4D97-AF65-F5344CB8AC3E}">
        <p14:creationId xmlns:p14="http://schemas.microsoft.com/office/powerpoint/2010/main" val="3529893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BF133-451B-25EE-EE93-E7CBA5783D3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E24B811-F085-0B2D-F143-A2C67173BD61}"/>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E4A132E3-84D1-F656-F09F-564BFBA5519B}"/>
              </a:ext>
            </a:extLst>
          </p:cNvPr>
          <p:cNvSpPr>
            <a:spLocks noGrp="1"/>
          </p:cNvSpPr>
          <p:nvPr>
            <p:ph type="body" idx="1"/>
          </p:nvPr>
        </p:nvSpPr>
        <p:spPr/>
        <p:txBody>
          <a:bodyPr/>
          <a:lstStyle/>
          <a:p>
            <a:endParaRPr lang="en-GB"/>
          </a:p>
        </p:txBody>
      </p:sp>
      <p:sp>
        <p:nvSpPr>
          <p:cNvPr id="4" name="Espace réservé du numéro de diapositive 3">
            <a:extLst>
              <a:ext uri="{FF2B5EF4-FFF2-40B4-BE49-F238E27FC236}">
                <a16:creationId xmlns:a16="http://schemas.microsoft.com/office/drawing/2014/main" id="{7F521A6B-BBC7-1239-912F-B6CC0F16944B}"/>
              </a:ext>
            </a:extLst>
          </p:cNvPr>
          <p:cNvSpPr>
            <a:spLocks noGrp="1"/>
          </p:cNvSpPr>
          <p:nvPr>
            <p:ph type="sldNum" sz="quarter" idx="10"/>
          </p:nvPr>
        </p:nvSpPr>
        <p:spPr/>
        <p:txBody>
          <a:bodyPr/>
          <a:lstStyle/>
          <a:p>
            <a:fld id="{1B06CD8F-B7ED-4A05-9FB1-A01CC0EF02CC}" type="slidenum">
              <a:rPr lang="en-GB" smtClean="0"/>
              <a:pPr/>
              <a:t>8</a:t>
            </a:fld>
            <a:endParaRPr lang="en-GB"/>
          </a:p>
        </p:txBody>
      </p:sp>
    </p:spTree>
    <p:extLst>
      <p:ext uri="{BB962C8B-B14F-4D97-AF65-F5344CB8AC3E}">
        <p14:creationId xmlns:p14="http://schemas.microsoft.com/office/powerpoint/2010/main" val="363897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0FE3D-AF82-FB94-3829-D31759A52D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C968EF-9AF0-5BC6-7FFB-534155B1A2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4F7A73-66C0-F028-2789-CD4992118D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2A1736-40E5-8057-D82C-98C972B61B1B}"/>
              </a:ext>
            </a:extLst>
          </p:cNvPr>
          <p:cNvSpPr>
            <a:spLocks noGrp="1"/>
          </p:cNvSpPr>
          <p:nvPr>
            <p:ph type="sldNum" sz="quarter" idx="5"/>
          </p:nvPr>
        </p:nvSpPr>
        <p:spPr/>
        <p:txBody>
          <a:bodyPr/>
          <a:lstStyle/>
          <a:p>
            <a:fld id="{1B06CD8F-B7ED-4A05-9FB1-A01CC0EF02CC}" type="slidenum">
              <a:rPr lang="en-GB" smtClean="0"/>
              <a:pPr/>
              <a:t>9</a:t>
            </a:fld>
            <a:endParaRPr lang="en-GB"/>
          </a:p>
        </p:txBody>
      </p:sp>
    </p:spTree>
    <p:extLst>
      <p:ext uri="{BB962C8B-B14F-4D97-AF65-F5344CB8AC3E}">
        <p14:creationId xmlns:p14="http://schemas.microsoft.com/office/powerpoint/2010/main" val="33665891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85057-0713-CFCE-E5B2-A4F383F10F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F07177-81F3-959B-EB4D-847C5E3C61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6BCE51-6D2D-1569-3E30-94B9CB24BE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5DC3ED-5723-39A5-12EF-90F7827D3823}"/>
              </a:ext>
            </a:extLst>
          </p:cNvPr>
          <p:cNvSpPr>
            <a:spLocks noGrp="1"/>
          </p:cNvSpPr>
          <p:nvPr>
            <p:ph type="sldNum" sz="quarter" idx="5"/>
          </p:nvPr>
        </p:nvSpPr>
        <p:spPr/>
        <p:txBody>
          <a:bodyPr/>
          <a:lstStyle/>
          <a:p>
            <a:fld id="{1B06CD8F-B7ED-4A05-9FB1-A01CC0EF02CC}" type="slidenum">
              <a:rPr lang="en-GB" smtClean="0"/>
              <a:pPr/>
              <a:t>10</a:t>
            </a:fld>
            <a:endParaRPr lang="en-GB"/>
          </a:p>
        </p:txBody>
      </p:sp>
    </p:spTree>
    <p:extLst>
      <p:ext uri="{BB962C8B-B14F-4D97-AF65-F5344CB8AC3E}">
        <p14:creationId xmlns:p14="http://schemas.microsoft.com/office/powerpoint/2010/main" val="334752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BA999-10CB-F756-DC70-8F585387FD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E5A027-3114-894F-014B-E660CD5BC8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E870D0-2445-5096-4858-54907F04D3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20016E-4DEF-E869-A198-9C0EE32F3E1C}"/>
              </a:ext>
            </a:extLst>
          </p:cNvPr>
          <p:cNvSpPr>
            <a:spLocks noGrp="1"/>
          </p:cNvSpPr>
          <p:nvPr>
            <p:ph type="sldNum" sz="quarter" idx="5"/>
          </p:nvPr>
        </p:nvSpPr>
        <p:spPr/>
        <p:txBody>
          <a:bodyPr/>
          <a:lstStyle/>
          <a:p>
            <a:fld id="{1B06CD8F-B7ED-4A05-9FB1-A01CC0EF02CC}" type="slidenum">
              <a:rPr lang="en-GB" smtClean="0"/>
              <a:pPr/>
              <a:t>11</a:t>
            </a:fld>
            <a:endParaRPr lang="en-GB"/>
          </a:p>
        </p:txBody>
      </p:sp>
    </p:spTree>
    <p:extLst>
      <p:ext uri="{BB962C8B-B14F-4D97-AF65-F5344CB8AC3E}">
        <p14:creationId xmlns:p14="http://schemas.microsoft.com/office/powerpoint/2010/main" val="12548694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15A7B-5382-C0FC-599E-06F65D5205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E14AD-7312-B563-DDEC-339C6BE386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E1539A-B4A6-56F7-B29C-4CB8AE50F1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490A84-CE34-7B73-4CE5-F0CB5E2AED30}"/>
              </a:ext>
            </a:extLst>
          </p:cNvPr>
          <p:cNvSpPr>
            <a:spLocks noGrp="1"/>
          </p:cNvSpPr>
          <p:nvPr>
            <p:ph type="sldNum" sz="quarter" idx="5"/>
          </p:nvPr>
        </p:nvSpPr>
        <p:spPr/>
        <p:txBody>
          <a:bodyPr/>
          <a:lstStyle/>
          <a:p>
            <a:fld id="{1B06CD8F-B7ED-4A05-9FB1-A01CC0EF02CC}" type="slidenum">
              <a:rPr lang="en-GB" smtClean="0"/>
              <a:pPr/>
              <a:t>12</a:t>
            </a:fld>
            <a:endParaRPr lang="en-GB"/>
          </a:p>
        </p:txBody>
      </p:sp>
    </p:spTree>
    <p:extLst>
      <p:ext uri="{BB962C8B-B14F-4D97-AF65-F5344CB8AC3E}">
        <p14:creationId xmlns:p14="http://schemas.microsoft.com/office/powerpoint/2010/main" val="6397889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6A3FC-F010-A40C-2BC0-F687901365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B8D728-2C2A-D66A-FF9F-2966AEEF85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0397F2-7A6E-C710-4E6F-1D6702BBF0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F30206-8445-4BB8-12E6-9AF8777E3CD4}"/>
              </a:ext>
            </a:extLst>
          </p:cNvPr>
          <p:cNvSpPr>
            <a:spLocks noGrp="1"/>
          </p:cNvSpPr>
          <p:nvPr>
            <p:ph type="sldNum" sz="quarter" idx="5"/>
          </p:nvPr>
        </p:nvSpPr>
        <p:spPr/>
        <p:txBody>
          <a:bodyPr/>
          <a:lstStyle/>
          <a:p>
            <a:fld id="{1B06CD8F-B7ED-4A05-9FB1-A01CC0EF02CC}" type="slidenum">
              <a:rPr lang="en-GB" smtClean="0"/>
              <a:pPr/>
              <a:t>13</a:t>
            </a:fld>
            <a:endParaRPr lang="en-GB"/>
          </a:p>
        </p:txBody>
      </p:sp>
    </p:spTree>
    <p:extLst>
      <p:ext uri="{BB962C8B-B14F-4D97-AF65-F5344CB8AC3E}">
        <p14:creationId xmlns:p14="http://schemas.microsoft.com/office/powerpoint/2010/main" val="11788481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973B3-2FD5-E077-4440-EB5594C693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955E9C-C8AE-3B29-20CB-49049E1891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861F7B-4323-4FFC-A153-6612AD9CC8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A45BFA-FF11-82F1-B8DD-CECCDF6B1D1E}"/>
              </a:ext>
            </a:extLst>
          </p:cNvPr>
          <p:cNvSpPr>
            <a:spLocks noGrp="1"/>
          </p:cNvSpPr>
          <p:nvPr>
            <p:ph type="sldNum" sz="quarter" idx="5"/>
          </p:nvPr>
        </p:nvSpPr>
        <p:spPr/>
        <p:txBody>
          <a:bodyPr/>
          <a:lstStyle/>
          <a:p>
            <a:fld id="{1B06CD8F-B7ED-4A05-9FB1-A01CC0EF02CC}" type="slidenum">
              <a:rPr lang="en-GB" smtClean="0"/>
              <a:pPr/>
              <a:t>14</a:t>
            </a:fld>
            <a:endParaRPr lang="en-GB"/>
          </a:p>
        </p:txBody>
      </p:sp>
    </p:spTree>
    <p:extLst>
      <p:ext uri="{BB962C8B-B14F-4D97-AF65-F5344CB8AC3E}">
        <p14:creationId xmlns:p14="http://schemas.microsoft.com/office/powerpoint/2010/main" val="16660142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7EDF9-C279-CE8E-3115-F8C1855D566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98DBE9F-83B9-A708-031D-83AA20A2C1A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0D3E6EDE-0AAD-4617-C40D-AB38B570693C}"/>
              </a:ext>
            </a:extLst>
          </p:cNvPr>
          <p:cNvSpPr>
            <a:spLocks noGrp="1"/>
          </p:cNvSpPr>
          <p:nvPr>
            <p:ph type="body" idx="1"/>
          </p:nvPr>
        </p:nvSpPr>
        <p:spPr/>
        <p:txBody>
          <a:bodyPr/>
          <a:lstStyle/>
          <a:p>
            <a:endParaRPr lang="en-GB"/>
          </a:p>
        </p:txBody>
      </p:sp>
      <p:sp>
        <p:nvSpPr>
          <p:cNvPr id="4" name="Espace réservé du numéro de diapositive 3">
            <a:extLst>
              <a:ext uri="{FF2B5EF4-FFF2-40B4-BE49-F238E27FC236}">
                <a16:creationId xmlns:a16="http://schemas.microsoft.com/office/drawing/2014/main" id="{ECAF6281-9745-95A6-BE8E-F31BA01CE9E6}"/>
              </a:ext>
            </a:extLst>
          </p:cNvPr>
          <p:cNvSpPr>
            <a:spLocks noGrp="1"/>
          </p:cNvSpPr>
          <p:nvPr>
            <p:ph type="sldNum" sz="quarter" idx="10"/>
          </p:nvPr>
        </p:nvSpPr>
        <p:spPr/>
        <p:txBody>
          <a:bodyPr/>
          <a:lstStyle/>
          <a:p>
            <a:fld id="{1B06CD8F-B7ED-4A05-9FB1-A01CC0EF02CC}" type="slidenum">
              <a:rPr lang="en-GB" smtClean="0"/>
              <a:pPr/>
              <a:t>15</a:t>
            </a:fld>
            <a:endParaRPr lang="en-GB"/>
          </a:p>
        </p:txBody>
      </p:sp>
    </p:spTree>
    <p:extLst>
      <p:ext uri="{BB962C8B-B14F-4D97-AF65-F5344CB8AC3E}">
        <p14:creationId xmlns:p14="http://schemas.microsoft.com/office/powerpoint/2010/main" val="4189633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C288B-0FBF-6D2A-0F07-1533FC7558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426C4E-1541-C1E8-37BC-DAF57BBC8B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5D3F5B-3E93-EABA-9FDF-3F57C0177D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449080-0C45-3E00-CE41-02191E4E4D84}"/>
              </a:ext>
            </a:extLst>
          </p:cNvPr>
          <p:cNvSpPr>
            <a:spLocks noGrp="1"/>
          </p:cNvSpPr>
          <p:nvPr>
            <p:ph type="sldNum" sz="quarter" idx="5"/>
          </p:nvPr>
        </p:nvSpPr>
        <p:spPr/>
        <p:txBody>
          <a:bodyPr/>
          <a:lstStyle/>
          <a:p>
            <a:fld id="{1B06CD8F-B7ED-4A05-9FB1-A01CC0EF02CC}" type="slidenum">
              <a:rPr lang="en-GB" smtClean="0"/>
              <a:pPr/>
              <a:t>16</a:t>
            </a:fld>
            <a:endParaRPr lang="en-GB"/>
          </a:p>
        </p:txBody>
      </p:sp>
    </p:spTree>
    <p:extLst>
      <p:ext uri="{BB962C8B-B14F-4D97-AF65-F5344CB8AC3E}">
        <p14:creationId xmlns:p14="http://schemas.microsoft.com/office/powerpoint/2010/main" val="24618285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9F2D4-3F8A-431F-77D1-6013A85124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0CF930-99AC-BFE7-F799-BDF9DFCCF5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51F2DB-EBFD-2EF7-431C-EA9C808A19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C01C05-3F9E-F5C3-0610-F7F85E285251}"/>
              </a:ext>
            </a:extLst>
          </p:cNvPr>
          <p:cNvSpPr>
            <a:spLocks noGrp="1"/>
          </p:cNvSpPr>
          <p:nvPr>
            <p:ph type="sldNum" sz="quarter" idx="5"/>
          </p:nvPr>
        </p:nvSpPr>
        <p:spPr/>
        <p:txBody>
          <a:bodyPr/>
          <a:lstStyle/>
          <a:p>
            <a:fld id="{1B06CD8F-B7ED-4A05-9FB1-A01CC0EF02CC}" type="slidenum">
              <a:rPr lang="en-GB" smtClean="0"/>
              <a:pPr/>
              <a:t>17</a:t>
            </a:fld>
            <a:endParaRPr lang="en-GB"/>
          </a:p>
        </p:txBody>
      </p:sp>
    </p:spTree>
    <p:extLst>
      <p:ext uri="{BB962C8B-B14F-4D97-AF65-F5344CB8AC3E}">
        <p14:creationId xmlns:p14="http://schemas.microsoft.com/office/powerpoint/2010/main" val="37526227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FEA47-CA35-E683-A564-67439067C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EA3FA9-5E72-1AB5-78BB-04AA23B0AE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9CD8F2-1D4C-0CAC-83DE-E52621C89C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52058E-2BC9-A8D0-6235-360AF4E758A6}"/>
              </a:ext>
            </a:extLst>
          </p:cNvPr>
          <p:cNvSpPr>
            <a:spLocks noGrp="1"/>
          </p:cNvSpPr>
          <p:nvPr>
            <p:ph type="sldNum" sz="quarter" idx="5"/>
          </p:nvPr>
        </p:nvSpPr>
        <p:spPr/>
        <p:txBody>
          <a:bodyPr/>
          <a:lstStyle/>
          <a:p>
            <a:fld id="{1B06CD8F-B7ED-4A05-9FB1-A01CC0EF02CC}" type="slidenum">
              <a:rPr lang="en-GB" smtClean="0"/>
              <a:pPr/>
              <a:t>18</a:t>
            </a:fld>
            <a:endParaRPr lang="en-GB"/>
          </a:p>
        </p:txBody>
      </p:sp>
    </p:spTree>
    <p:extLst>
      <p:ext uri="{BB962C8B-B14F-4D97-AF65-F5344CB8AC3E}">
        <p14:creationId xmlns:p14="http://schemas.microsoft.com/office/powerpoint/2010/main" val="4023132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23B83-6458-7B01-A4AB-6853DC77AD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CA787-7F66-3AA6-CDC2-FD36722835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0F9F81-BFAE-48C6-22AC-57E66421F4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FBB43E-7139-9EDD-7BB2-F16054BC5020}"/>
              </a:ext>
            </a:extLst>
          </p:cNvPr>
          <p:cNvSpPr>
            <a:spLocks noGrp="1"/>
          </p:cNvSpPr>
          <p:nvPr>
            <p:ph type="sldNum" sz="quarter" idx="5"/>
          </p:nvPr>
        </p:nvSpPr>
        <p:spPr/>
        <p:txBody>
          <a:bodyPr/>
          <a:lstStyle/>
          <a:p>
            <a:fld id="{1B06CD8F-B7ED-4A05-9FB1-A01CC0EF02CC}" type="slidenum">
              <a:rPr lang="en-GB" smtClean="0"/>
              <a:pPr/>
              <a:t>19</a:t>
            </a:fld>
            <a:endParaRPr lang="en-GB"/>
          </a:p>
        </p:txBody>
      </p:sp>
    </p:spTree>
    <p:extLst>
      <p:ext uri="{BB962C8B-B14F-4D97-AF65-F5344CB8AC3E}">
        <p14:creationId xmlns:p14="http://schemas.microsoft.com/office/powerpoint/2010/main" val="33033739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7AC0E-1216-FA12-6E87-81F23230C5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0EBE28-E0B4-079D-85C2-AF5FC515F6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354B94-8FEF-BAD3-A8DE-3E170814AC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9E5666-B64E-DA48-2627-D825E844503B}"/>
              </a:ext>
            </a:extLst>
          </p:cNvPr>
          <p:cNvSpPr>
            <a:spLocks noGrp="1"/>
          </p:cNvSpPr>
          <p:nvPr>
            <p:ph type="sldNum" sz="quarter" idx="5"/>
          </p:nvPr>
        </p:nvSpPr>
        <p:spPr/>
        <p:txBody>
          <a:bodyPr/>
          <a:lstStyle/>
          <a:p>
            <a:fld id="{1B06CD8F-B7ED-4A05-9FB1-A01CC0EF02CC}" type="slidenum">
              <a:rPr lang="en-GB" smtClean="0"/>
              <a:pPr/>
              <a:t>20</a:t>
            </a:fld>
            <a:endParaRPr lang="en-GB"/>
          </a:p>
        </p:txBody>
      </p:sp>
    </p:spTree>
    <p:extLst>
      <p:ext uri="{BB962C8B-B14F-4D97-AF65-F5344CB8AC3E}">
        <p14:creationId xmlns:p14="http://schemas.microsoft.com/office/powerpoint/2010/main" val="22125176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A7FDF-FF4E-39DC-F85B-F11066C9E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E82AD3-FF8E-3457-99B8-DAE969336C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030C59-4F04-05F7-5C80-07BDEAD475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F37106-CB6F-B8F9-38DE-BC3C7D34528D}"/>
              </a:ext>
            </a:extLst>
          </p:cNvPr>
          <p:cNvSpPr>
            <a:spLocks noGrp="1"/>
          </p:cNvSpPr>
          <p:nvPr>
            <p:ph type="sldNum" sz="quarter" idx="5"/>
          </p:nvPr>
        </p:nvSpPr>
        <p:spPr/>
        <p:txBody>
          <a:bodyPr/>
          <a:lstStyle/>
          <a:p>
            <a:fld id="{1B06CD8F-B7ED-4A05-9FB1-A01CC0EF02CC}" type="slidenum">
              <a:rPr lang="en-GB" smtClean="0"/>
              <a:pPr/>
              <a:t>21</a:t>
            </a:fld>
            <a:endParaRPr lang="en-GB"/>
          </a:p>
        </p:txBody>
      </p:sp>
    </p:spTree>
    <p:extLst>
      <p:ext uri="{BB962C8B-B14F-4D97-AF65-F5344CB8AC3E}">
        <p14:creationId xmlns:p14="http://schemas.microsoft.com/office/powerpoint/2010/main" val="34107706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536E9-7ED9-98E9-FF32-7CFF4EE7380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26730DF-70D8-80A8-0DBD-EE5379056953}"/>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F03250E1-6C3B-8959-6F55-7350BBDC150B}"/>
              </a:ext>
            </a:extLst>
          </p:cNvPr>
          <p:cNvSpPr>
            <a:spLocks noGrp="1"/>
          </p:cNvSpPr>
          <p:nvPr>
            <p:ph type="body" idx="1"/>
          </p:nvPr>
        </p:nvSpPr>
        <p:spPr/>
        <p:txBody>
          <a:bodyPr/>
          <a:lstStyle/>
          <a:p>
            <a:endParaRPr lang="en-GB"/>
          </a:p>
        </p:txBody>
      </p:sp>
      <p:sp>
        <p:nvSpPr>
          <p:cNvPr id="4" name="Espace réservé du numéro de diapositive 3">
            <a:extLst>
              <a:ext uri="{FF2B5EF4-FFF2-40B4-BE49-F238E27FC236}">
                <a16:creationId xmlns:a16="http://schemas.microsoft.com/office/drawing/2014/main" id="{2B7D2629-CAD2-BDE1-BBA3-6E3A6A44171C}"/>
              </a:ext>
            </a:extLst>
          </p:cNvPr>
          <p:cNvSpPr>
            <a:spLocks noGrp="1"/>
          </p:cNvSpPr>
          <p:nvPr>
            <p:ph type="sldNum" sz="quarter" idx="10"/>
          </p:nvPr>
        </p:nvSpPr>
        <p:spPr/>
        <p:txBody>
          <a:bodyPr/>
          <a:lstStyle/>
          <a:p>
            <a:fld id="{1B06CD8F-B7ED-4A05-9FB1-A01CC0EF02CC}" type="slidenum">
              <a:rPr lang="en-GB" smtClean="0"/>
              <a:pPr/>
              <a:t>22</a:t>
            </a:fld>
            <a:endParaRPr lang="en-GB"/>
          </a:p>
        </p:txBody>
      </p:sp>
    </p:spTree>
    <p:extLst>
      <p:ext uri="{BB962C8B-B14F-4D97-AF65-F5344CB8AC3E}">
        <p14:creationId xmlns:p14="http://schemas.microsoft.com/office/powerpoint/2010/main" val="28027848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92ECA-C8DF-C10B-3B1A-01E0F5D004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EF7A59-2205-9D92-B3F5-1274617678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B1D47F-5C81-C217-5EA8-399C317812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C86A56-906B-EABD-FF2A-2237A89F85DE}"/>
              </a:ext>
            </a:extLst>
          </p:cNvPr>
          <p:cNvSpPr>
            <a:spLocks noGrp="1"/>
          </p:cNvSpPr>
          <p:nvPr>
            <p:ph type="sldNum" sz="quarter" idx="5"/>
          </p:nvPr>
        </p:nvSpPr>
        <p:spPr/>
        <p:txBody>
          <a:bodyPr/>
          <a:lstStyle/>
          <a:p>
            <a:fld id="{1B06CD8F-B7ED-4A05-9FB1-A01CC0EF02CC}" type="slidenum">
              <a:rPr lang="en-GB" smtClean="0"/>
              <a:pPr/>
              <a:t>23</a:t>
            </a:fld>
            <a:endParaRPr lang="en-GB"/>
          </a:p>
        </p:txBody>
      </p:sp>
    </p:spTree>
    <p:extLst>
      <p:ext uri="{BB962C8B-B14F-4D97-AF65-F5344CB8AC3E}">
        <p14:creationId xmlns:p14="http://schemas.microsoft.com/office/powerpoint/2010/main" val="36076636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ED26D-59EB-3F8D-76B3-BB165A3E10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8F558A-09CC-744A-B10B-AF4CE1ECF6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9E2A2-9F46-25F5-C019-0A0C8F868C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C37258-A321-C677-8BBF-7D89CFBAA190}"/>
              </a:ext>
            </a:extLst>
          </p:cNvPr>
          <p:cNvSpPr>
            <a:spLocks noGrp="1"/>
          </p:cNvSpPr>
          <p:nvPr>
            <p:ph type="sldNum" sz="quarter" idx="5"/>
          </p:nvPr>
        </p:nvSpPr>
        <p:spPr/>
        <p:txBody>
          <a:bodyPr/>
          <a:lstStyle/>
          <a:p>
            <a:fld id="{1B06CD8F-B7ED-4A05-9FB1-A01CC0EF02CC}" type="slidenum">
              <a:rPr lang="en-GB" smtClean="0"/>
              <a:pPr/>
              <a:t>24</a:t>
            </a:fld>
            <a:endParaRPr lang="en-GB"/>
          </a:p>
        </p:txBody>
      </p:sp>
    </p:spTree>
    <p:extLst>
      <p:ext uri="{BB962C8B-B14F-4D97-AF65-F5344CB8AC3E}">
        <p14:creationId xmlns:p14="http://schemas.microsoft.com/office/powerpoint/2010/main" val="31136430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E3577-468E-F883-9AFA-ED133AF8DB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B78E81-F7DA-751E-D905-2C049B127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EE0C27-2EF0-8A03-02F2-574349CACF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647F23-B057-AB9E-1312-23CA5D09FD2A}"/>
              </a:ext>
            </a:extLst>
          </p:cNvPr>
          <p:cNvSpPr>
            <a:spLocks noGrp="1"/>
          </p:cNvSpPr>
          <p:nvPr>
            <p:ph type="sldNum" sz="quarter" idx="5"/>
          </p:nvPr>
        </p:nvSpPr>
        <p:spPr/>
        <p:txBody>
          <a:bodyPr/>
          <a:lstStyle/>
          <a:p>
            <a:fld id="{1B06CD8F-B7ED-4A05-9FB1-A01CC0EF02CC}" type="slidenum">
              <a:rPr lang="en-GB" smtClean="0"/>
              <a:pPr/>
              <a:t>25</a:t>
            </a:fld>
            <a:endParaRPr lang="en-GB"/>
          </a:p>
        </p:txBody>
      </p:sp>
    </p:spTree>
    <p:extLst>
      <p:ext uri="{BB962C8B-B14F-4D97-AF65-F5344CB8AC3E}">
        <p14:creationId xmlns:p14="http://schemas.microsoft.com/office/powerpoint/2010/main" val="21064744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B8413-2D26-DAC4-56EB-93679B6E1F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8A0942-9B73-6D36-6CE4-38A174E6D7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39747-74C1-B38C-B679-B4C5948E4D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AF2852-95EB-ABA7-E075-01B59A44F9A5}"/>
              </a:ext>
            </a:extLst>
          </p:cNvPr>
          <p:cNvSpPr>
            <a:spLocks noGrp="1"/>
          </p:cNvSpPr>
          <p:nvPr>
            <p:ph type="sldNum" sz="quarter" idx="5"/>
          </p:nvPr>
        </p:nvSpPr>
        <p:spPr/>
        <p:txBody>
          <a:bodyPr/>
          <a:lstStyle/>
          <a:p>
            <a:fld id="{1B06CD8F-B7ED-4A05-9FB1-A01CC0EF02CC}" type="slidenum">
              <a:rPr lang="en-GB" smtClean="0"/>
              <a:pPr/>
              <a:t>26</a:t>
            </a:fld>
            <a:endParaRPr lang="en-GB"/>
          </a:p>
        </p:txBody>
      </p:sp>
    </p:spTree>
    <p:extLst>
      <p:ext uri="{BB962C8B-B14F-4D97-AF65-F5344CB8AC3E}">
        <p14:creationId xmlns:p14="http://schemas.microsoft.com/office/powerpoint/2010/main" val="35770730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739A3-99E3-1B78-2DD7-0D4470E0011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23BA1BF-A2F5-4DBD-A08E-66A4EA21B783}"/>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AF8A2E8B-CAF4-E018-D455-5D24418BD260}"/>
              </a:ext>
            </a:extLst>
          </p:cNvPr>
          <p:cNvSpPr>
            <a:spLocks noGrp="1"/>
          </p:cNvSpPr>
          <p:nvPr>
            <p:ph type="body" idx="1"/>
          </p:nvPr>
        </p:nvSpPr>
        <p:spPr/>
        <p:txBody>
          <a:bodyPr/>
          <a:lstStyle/>
          <a:p>
            <a:endParaRPr lang="en-GB"/>
          </a:p>
        </p:txBody>
      </p:sp>
      <p:sp>
        <p:nvSpPr>
          <p:cNvPr id="4" name="Espace réservé du numéro de diapositive 3">
            <a:extLst>
              <a:ext uri="{FF2B5EF4-FFF2-40B4-BE49-F238E27FC236}">
                <a16:creationId xmlns:a16="http://schemas.microsoft.com/office/drawing/2014/main" id="{22410AA0-A829-BFA5-47ED-1468F2C08E74}"/>
              </a:ext>
            </a:extLst>
          </p:cNvPr>
          <p:cNvSpPr>
            <a:spLocks noGrp="1"/>
          </p:cNvSpPr>
          <p:nvPr>
            <p:ph type="sldNum" sz="quarter" idx="10"/>
          </p:nvPr>
        </p:nvSpPr>
        <p:spPr/>
        <p:txBody>
          <a:bodyPr/>
          <a:lstStyle/>
          <a:p>
            <a:fld id="{1B06CD8F-B7ED-4A05-9FB1-A01CC0EF02CC}" type="slidenum">
              <a:rPr lang="en-GB" smtClean="0"/>
              <a:pPr/>
              <a:t>27</a:t>
            </a:fld>
            <a:endParaRPr lang="en-GB"/>
          </a:p>
        </p:txBody>
      </p:sp>
    </p:spTree>
    <p:extLst>
      <p:ext uri="{BB962C8B-B14F-4D97-AF65-F5344CB8AC3E}">
        <p14:creationId xmlns:p14="http://schemas.microsoft.com/office/powerpoint/2010/main" val="31479935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CB806-DD85-78B8-A79F-2E55898FF3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1BB29C-66BE-1D0E-D98F-BAE457A853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C60969-5132-B0BE-E79F-3A0E67C1B9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E4FF15-83B1-7E27-1DE8-5538E8901ADE}"/>
              </a:ext>
            </a:extLst>
          </p:cNvPr>
          <p:cNvSpPr>
            <a:spLocks noGrp="1"/>
          </p:cNvSpPr>
          <p:nvPr>
            <p:ph type="sldNum" sz="quarter" idx="5"/>
          </p:nvPr>
        </p:nvSpPr>
        <p:spPr/>
        <p:txBody>
          <a:bodyPr/>
          <a:lstStyle/>
          <a:p>
            <a:fld id="{1B06CD8F-B7ED-4A05-9FB1-A01CC0EF02CC}" type="slidenum">
              <a:rPr lang="en-GB" smtClean="0"/>
              <a:pPr/>
              <a:t>28</a:t>
            </a:fld>
            <a:endParaRPr lang="en-GB"/>
          </a:p>
        </p:txBody>
      </p:sp>
    </p:spTree>
    <p:extLst>
      <p:ext uri="{BB962C8B-B14F-4D97-AF65-F5344CB8AC3E}">
        <p14:creationId xmlns:p14="http://schemas.microsoft.com/office/powerpoint/2010/main" val="2450086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F6311-DE07-139C-7953-F457F4350E8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98225F6-87E6-9F7C-EB72-E5411E440712}"/>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145205E8-3255-295C-88E3-AA8B78902D29}"/>
              </a:ext>
            </a:extLst>
          </p:cNvPr>
          <p:cNvSpPr>
            <a:spLocks noGrp="1"/>
          </p:cNvSpPr>
          <p:nvPr>
            <p:ph type="body" idx="1"/>
          </p:nvPr>
        </p:nvSpPr>
        <p:spPr/>
        <p:txBody>
          <a:bodyPr/>
          <a:lstStyle/>
          <a:p>
            <a:endParaRPr lang="en-GB"/>
          </a:p>
        </p:txBody>
      </p:sp>
      <p:sp>
        <p:nvSpPr>
          <p:cNvPr id="4" name="Espace réservé du numéro de diapositive 3">
            <a:extLst>
              <a:ext uri="{FF2B5EF4-FFF2-40B4-BE49-F238E27FC236}">
                <a16:creationId xmlns:a16="http://schemas.microsoft.com/office/drawing/2014/main" id="{10CEF074-296D-F420-7387-F5C18C561559}"/>
              </a:ext>
            </a:extLst>
          </p:cNvPr>
          <p:cNvSpPr>
            <a:spLocks noGrp="1"/>
          </p:cNvSpPr>
          <p:nvPr>
            <p:ph type="sldNum" sz="quarter" idx="10"/>
          </p:nvPr>
        </p:nvSpPr>
        <p:spPr/>
        <p:txBody>
          <a:bodyPr/>
          <a:lstStyle/>
          <a:p>
            <a:fld id="{1B06CD8F-B7ED-4A05-9FB1-A01CC0EF02CC}" type="slidenum">
              <a:rPr lang="en-GB" smtClean="0"/>
              <a:pPr/>
              <a:t>29</a:t>
            </a:fld>
            <a:endParaRPr lang="en-GB"/>
          </a:p>
        </p:txBody>
      </p:sp>
    </p:spTree>
    <p:extLst>
      <p:ext uri="{BB962C8B-B14F-4D97-AF65-F5344CB8AC3E}">
        <p14:creationId xmlns:p14="http://schemas.microsoft.com/office/powerpoint/2010/main" val="22695831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471E2-99B4-5D66-2440-AAAE74B59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571935-354A-A909-2448-21F414B8A5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65CFE7-5489-8369-B41B-7B44F84A77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1981BC-BCA8-25A2-2C01-5188BDAEF506}"/>
              </a:ext>
            </a:extLst>
          </p:cNvPr>
          <p:cNvSpPr>
            <a:spLocks noGrp="1"/>
          </p:cNvSpPr>
          <p:nvPr>
            <p:ph type="sldNum" sz="quarter" idx="5"/>
          </p:nvPr>
        </p:nvSpPr>
        <p:spPr/>
        <p:txBody>
          <a:bodyPr/>
          <a:lstStyle/>
          <a:p>
            <a:fld id="{1B06CD8F-B7ED-4A05-9FB1-A01CC0EF02CC}" type="slidenum">
              <a:rPr lang="en-GB" smtClean="0"/>
              <a:pPr/>
              <a:t>30</a:t>
            </a:fld>
            <a:endParaRPr lang="en-GB"/>
          </a:p>
        </p:txBody>
      </p:sp>
    </p:spTree>
    <p:extLst>
      <p:ext uri="{BB962C8B-B14F-4D97-AF65-F5344CB8AC3E}">
        <p14:creationId xmlns:p14="http://schemas.microsoft.com/office/powerpoint/2010/main" val="32579280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GB"/>
          </a:p>
        </p:txBody>
      </p:sp>
      <p:sp>
        <p:nvSpPr>
          <p:cNvPr id="4" name="Espace réservé du numéro de diapositive 3"/>
          <p:cNvSpPr>
            <a:spLocks noGrp="1"/>
          </p:cNvSpPr>
          <p:nvPr>
            <p:ph type="sldNum" sz="quarter" idx="10"/>
          </p:nvPr>
        </p:nvSpPr>
        <p:spPr/>
        <p:txBody>
          <a:bodyPr/>
          <a:lstStyle/>
          <a:p>
            <a:fld id="{1B06CD8F-B7ED-4A05-9FB1-A01CC0EF02CC}" type="slidenum">
              <a:rPr lang="en-GB" smtClean="0"/>
              <a:pPr/>
              <a:t>31</a:t>
            </a:fld>
            <a:endParaRPr lang="en-GB"/>
          </a:p>
        </p:txBody>
      </p:sp>
    </p:spTree>
    <p:extLst>
      <p:ext uri="{BB962C8B-B14F-4D97-AF65-F5344CB8AC3E}">
        <p14:creationId xmlns:p14="http://schemas.microsoft.com/office/powerpoint/2010/main" val="17068259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8" Type="http://schemas.openxmlformats.org/officeDocument/2006/relationships/hyperlink" Target="https://twitter.com/Alstom" TargetMode="External"/><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hyperlink" Target="https://www.facebook.com/ALSTOM/" TargetMode="External"/><Relationship Id="rId1" Type="http://schemas.openxmlformats.org/officeDocument/2006/relationships/slideMaster" Target="../slideMasters/slideMaster1.xml"/><Relationship Id="rId6" Type="http://schemas.openxmlformats.org/officeDocument/2006/relationships/hyperlink" Target="https://www.instagram.com/alstom" TargetMode="External"/><Relationship Id="rId11" Type="http://schemas.openxmlformats.org/officeDocument/2006/relationships/image" Target="../media/image3.png"/><Relationship Id="rId5" Type="http://schemas.openxmlformats.org/officeDocument/2006/relationships/image" Target="../media/image9.png"/><Relationship Id="rId10" Type="http://schemas.openxmlformats.org/officeDocument/2006/relationships/hyperlink" Target="http://www.alstom.com/" TargetMode="External"/><Relationship Id="rId4" Type="http://schemas.openxmlformats.org/officeDocument/2006/relationships/hyperlink" Target="https://www.linkedin.com/company/alstom/" TargetMode="External"/><Relationship Id="rId9" Type="http://schemas.openxmlformats.org/officeDocument/2006/relationships/image" Target="../media/image1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_generic_red_v1">
    <p:spTree>
      <p:nvGrpSpPr>
        <p:cNvPr id="1" name=""/>
        <p:cNvGrpSpPr/>
        <p:nvPr/>
      </p:nvGrpSpPr>
      <p:grpSpPr>
        <a:xfrm>
          <a:off x="0" y="0"/>
          <a:ext cx="0" cy="0"/>
          <a:chOff x="0" y="0"/>
          <a:chExt cx="0" cy="0"/>
        </a:xfrm>
      </p:grpSpPr>
      <p:grpSp>
        <p:nvGrpSpPr>
          <p:cNvPr id="14" name="Groupe 13"/>
          <p:cNvGrpSpPr/>
          <p:nvPr userDrawn="1"/>
        </p:nvGrpSpPr>
        <p:grpSpPr>
          <a:xfrm>
            <a:off x="1835956" y="713700"/>
            <a:ext cx="8518500" cy="4860000"/>
            <a:chOff x="306000" y="713700"/>
            <a:chExt cx="8518500" cy="4860000"/>
          </a:xfrm>
        </p:grpSpPr>
        <p:sp>
          <p:nvSpPr>
            <p:cNvPr id="15" name="Forme libre 14"/>
            <p:cNvSpPr/>
            <p:nvPr userDrawn="1"/>
          </p:nvSpPr>
          <p:spPr bwMode="gray">
            <a:xfrm>
              <a:off x="306000" y="713700"/>
              <a:ext cx="4257000" cy="4860000"/>
            </a:xfrm>
            <a:custGeom>
              <a:avLst/>
              <a:gdLst>
                <a:gd name="connsiteX0" fmla="*/ 2430000 w 4257000"/>
                <a:gd name="connsiteY0" fmla="*/ 0 h 4860000"/>
                <a:gd name="connsiteX1" fmla="*/ 3152608 w 4257000"/>
                <a:gd name="connsiteY1" fmla="*/ 109248 h 4860000"/>
                <a:gd name="connsiteX2" fmla="*/ 3375866 w 4257000"/>
                <a:gd name="connsiteY2" fmla="*/ 190962 h 4860000"/>
                <a:gd name="connsiteX3" fmla="*/ 3588282 w 4257000"/>
                <a:gd name="connsiteY3" fmla="*/ 293288 h 4860000"/>
                <a:gd name="connsiteX4" fmla="*/ 3698050 w 4257000"/>
                <a:gd name="connsiteY4" fmla="*/ 359974 h 4860000"/>
                <a:gd name="connsiteX5" fmla="*/ 3788636 w 4257000"/>
                <a:gd name="connsiteY5" fmla="*/ 415006 h 4860000"/>
                <a:gd name="connsiteX6" fmla="*/ 3878887 w 4257000"/>
                <a:gd name="connsiteY6" fmla="*/ 482494 h 4860000"/>
                <a:gd name="connsiteX7" fmla="*/ 3975706 w 4257000"/>
                <a:gd name="connsiteY7" fmla="*/ 554894 h 4860000"/>
                <a:gd name="connsiteX8" fmla="*/ 4055153 w 4257000"/>
                <a:gd name="connsiteY8" fmla="*/ 627100 h 4860000"/>
                <a:gd name="connsiteX9" fmla="*/ 4148270 w 4257000"/>
                <a:gd name="connsiteY9" fmla="*/ 711731 h 4860000"/>
                <a:gd name="connsiteX10" fmla="*/ 4257000 w 4257000"/>
                <a:gd name="connsiteY10" fmla="*/ 831364 h 4860000"/>
                <a:gd name="connsiteX11" fmla="*/ 4208894 w 4257000"/>
                <a:gd name="connsiteY11" fmla="*/ 884294 h 4860000"/>
                <a:gd name="connsiteX12" fmla="*/ 3654000 w 4257000"/>
                <a:gd name="connsiteY12" fmla="*/ 2430000 h 4860000"/>
                <a:gd name="connsiteX13" fmla="*/ 4208894 w 4257000"/>
                <a:gd name="connsiteY13" fmla="*/ 3975706 h 4860000"/>
                <a:gd name="connsiteX14" fmla="*/ 4257000 w 4257000"/>
                <a:gd name="connsiteY14" fmla="*/ 4028636 h 4860000"/>
                <a:gd name="connsiteX15" fmla="*/ 4148270 w 4257000"/>
                <a:gd name="connsiteY15" fmla="*/ 4148270 h 4860000"/>
                <a:gd name="connsiteX16" fmla="*/ 2430000 w 4257000"/>
                <a:gd name="connsiteY16" fmla="*/ 4860000 h 4860000"/>
                <a:gd name="connsiteX17" fmla="*/ 0 w 4257000"/>
                <a:gd name="connsiteY17" fmla="*/ 2430000 h 4860000"/>
                <a:gd name="connsiteX18" fmla="*/ 2430000 w 4257000"/>
                <a:gd name="connsiteY18" fmla="*/ 0 h 48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57000" h="4860000">
                  <a:moveTo>
                    <a:pt x="2430000" y="0"/>
                  </a:moveTo>
                  <a:cubicBezTo>
                    <a:pt x="2681635" y="0"/>
                    <a:pt x="2924336" y="38248"/>
                    <a:pt x="3152608" y="109248"/>
                  </a:cubicBezTo>
                  <a:cubicBezTo>
                    <a:pt x="3228698" y="132915"/>
                    <a:pt x="3303186" y="160220"/>
                    <a:pt x="3375866" y="190962"/>
                  </a:cubicBezTo>
                  <a:lnTo>
                    <a:pt x="3588282" y="293288"/>
                  </a:lnTo>
                  <a:lnTo>
                    <a:pt x="3698050" y="359974"/>
                  </a:lnTo>
                  <a:lnTo>
                    <a:pt x="3788636" y="415006"/>
                  </a:lnTo>
                  <a:lnTo>
                    <a:pt x="3878887" y="482494"/>
                  </a:lnTo>
                  <a:lnTo>
                    <a:pt x="3975706" y="554894"/>
                  </a:lnTo>
                  <a:lnTo>
                    <a:pt x="4055153" y="627100"/>
                  </a:lnTo>
                  <a:lnTo>
                    <a:pt x="4148270" y="711731"/>
                  </a:lnTo>
                  <a:lnTo>
                    <a:pt x="4257000" y="831364"/>
                  </a:lnTo>
                  <a:lnTo>
                    <a:pt x="4208894" y="884294"/>
                  </a:lnTo>
                  <a:cubicBezTo>
                    <a:pt x="3862240" y="1304342"/>
                    <a:pt x="3654000" y="1842852"/>
                    <a:pt x="3654000" y="2430000"/>
                  </a:cubicBezTo>
                  <a:cubicBezTo>
                    <a:pt x="3654000" y="3017148"/>
                    <a:pt x="3862240" y="3555659"/>
                    <a:pt x="4208894" y="3975706"/>
                  </a:cubicBezTo>
                  <a:lnTo>
                    <a:pt x="4257000" y="4028636"/>
                  </a:lnTo>
                  <a:lnTo>
                    <a:pt x="4148270" y="4148270"/>
                  </a:lnTo>
                  <a:cubicBezTo>
                    <a:pt x="3708526" y="4588013"/>
                    <a:pt x="3101026" y="4860000"/>
                    <a:pt x="2430000" y="4860000"/>
                  </a:cubicBezTo>
                  <a:cubicBezTo>
                    <a:pt x="1087948" y="4860000"/>
                    <a:pt x="0" y="3772052"/>
                    <a:pt x="0" y="2430000"/>
                  </a:cubicBezTo>
                  <a:cubicBezTo>
                    <a:pt x="0" y="1087948"/>
                    <a:pt x="1087948" y="0"/>
                    <a:pt x="2430000" y="0"/>
                  </a:cubicBezTo>
                  <a:close/>
                </a:path>
              </a:pathLst>
            </a:cu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6" name="Ellipse 15">
              <a:extLst>
                <a:ext uri="{FF2B5EF4-FFF2-40B4-BE49-F238E27FC236}">
                  <a16:creationId xmlns:a16="http://schemas.microsoft.com/office/drawing/2014/main" id="{1B78F9F7-2561-40A6-B3B6-97BC76FBCF81}"/>
                </a:ext>
              </a:extLst>
            </p:cNvPr>
            <p:cNvSpPr>
              <a:spLocks noChangeAspect="1"/>
            </p:cNvSpPr>
            <p:nvPr userDrawn="1"/>
          </p:nvSpPr>
          <p:spPr bwMode="gray">
            <a:xfrm>
              <a:off x="3964500" y="713700"/>
              <a:ext cx="4860000" cy="4860000"/>
            </a:xfrm>
            <a:prstGeom prst="ellipse">
              <a:avLst/>
            </a:prstGeom>
            <a:solidFill>
              <a:schemeClr val="accent1"/>
            </a:solidFill>
            <a:ln w="1016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pic>
        <p:nvPicPr>
          <p:cNvPr id="18" name="Imag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gray">
          <a:xfrm>
            <a:off x="4980312" y="5769260"/>
            <a:ext cx="2229788" cy="792000"/>
          </a:xfrm>
          <a:prstGeom prst="rect">
            <a:avLst/>
          </a:prstGeom>
        </p:spPr>
      </p:pic>
      <p:sp>
        <p:nvSpPr>
          <p:cNvPr id="3" name="Sous-titre 2"/>
          <p:cNvSpPr>
            <a:spLocks noGrp="1"/>
          </p:cNvSpPr>
          <p:nvPr>
            <p:ph type="subTitle" idx="1" hasCustomPrompt="1"/>
          </p:nvPr>
        </p:nvSpPr>
        <p:spPr bwMode="gray">
          <a:xfrm>
            <a:off x="6192008" y="3142708"/>
            <a:ext cx="4140000" cy="574324"/>
          </a:xfrm>
          <a:prstGeom prst="rect">
            <a:avLst/>
          </a:prstGeom>
        </p:spPr>
        <p:txBody>
          <a:bodyPr anchor="t" anchorCtr="0">
            <a:normAutofit/>
          </a:bodyPr>
          <a:lstStyle>
            <a:lvl1pPr marL="0" indent="0" algn="l">
              <a:spcBef>
                <a:spcPts val="0"/>
              </a:spcBef>
              <a:buFont typeface="Arial" pitchFamily="34" charset="0"/>
              <a:buNone/>
              <a:defRPr sz="2000" b="0">
                <a:solidFill>
                  <a:schemeClr val="bg1"/>
                </a:solidFill>
              </a:defRPr>
            </a:lvl1pPr>
            <a:lvl2pPr marL="0" indent="0" algn="l">
              <a:buFont typeface="Arial" pitchFamily="34" charset="0"/>
              <a:buNone/>
              <a:defRPr sz="1800">
                <a:solidFill>
                  <a:schemeClr val="bg1"/>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a:t>Click to insert speaker name</a:t>
            </a:r>
          </a:p>
        </p:txBody>
      </p:sp>
      <p:sp>
        <p:nvSpPr>
          <p:cNvPr id="2" name="Espace réservé de la date 1"/>
          <p:cNvSpPr>
            <a:spLocks noGrp="1"/>
          </p:cNvSpPr>
          <p:nvPr>
            <p:ph type="dt" sz="half" idx="10"/>
          </p:nvPr>
        </p:nvSpPr>
        <p:spPr bwMode="gray">
          <a:xfrm>
            <a:off x="0" y="6678000"/>
            <a:ext cx="240000" cy="180000"/>
          </a:xfrm>
          <a:ln>
            <a:solidFill>
              <a:schemeClr val="accent1">
                <a:shade val="50000"/>
                <a:alpha val="0"/>
              </a:schemeClr>
            </a:solidFill>
          </a:ln>
        </p:spPr>
        <p:txBody>
          <a:bodyPr/>
          <a:lstStyle/>
          <a:p>
            <a:pPr algn="l"/>
            <a:r>
              <a:rPr lang="en-GB" noProof="0"/>
              <a:t>Date</a:t>
            </a:r>
          </a:p>
        </p:txBody>
      </p:sp>
      <p:sp>
        <p:nvSpPr>
          <p:cNvPr id="8" name="Espace réservé du pied de page 7"/>
          <p:cNvSpPr>
            <a:spLocks noGrp="1"/>
          </p:cNvSpPr>
          <p:nvPr>
            <p:ph type="ftr" sz="quarter" idx="11"/>
          </p:nvPr>
        </p:nvSpPr>
        <p:spPr bwMode="gray">
          <a:xfrm>
            <a:off x="0" y="6678000"/>
            <a:ext cx="240000" cy="180000"/>
          </a:xfrm>
          <a:ln>
            <a:solidFill>
              <a:schemeClr val="accent1">
                <a:shade val="50000"/>
                <a:alpha val="0"/>
              </a:schemeClr>
            </a:solidFill>
          </a:ln>
        </p:spPr>
        <p:txBody>
          <a:bodyPr/>
          <a:lstStyle>
            <a:lvl1pPr>
              <a:defRPr>
                <a:ln>
                  <a:solidFill>
                    <a:schemeClr val="accent1">
                      <a:shade val="50000"/>
                      <a:alpha val="0"/>
                    </a:schemeClr>
                  </a:solidFill>
                </a:ln>
                <a:solidFill>
                  <a:schemeClr val="tx1">
                    <a:alpha val="0"/>
                  </a:schemeClr>
                </a:solidFill>
              </a:defRPr>
            </a:lvl1p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a:xfrm>
            <a:off x="0" y="6678000"/>
            <a:ext cx="240000" cy="180000"/>
          </a:xfrm>
          <a:ln>
            <a:solidFill>
              <a:schemeClr val="accent1">
                <a:shade val="50000"/>
                <a:alpha val="0"/>
              </a:schemeClr>
            </a:solidFill>
          </a:ln>
        </p:spPr>
        <p:txBody>
          <a:bodyPr/>
          <a:lstStyle>
            <a:lvl1pPr>
              <a:defRPr>
                <a:ln>
                  <a:solidFill>
                    <a:schemeClr val="accent1">
                      <a:shade val="50000"/>
                      <a:alpha val="0"/>
                    </a:schemeClr>
                  </a:solidFill>
                </a:ln>
                <a:solidFill>
                  <a:schemeClr val="tx1">
                    <a:alpha val="0"/>
                  </a:schemeClr>
                </a:solidFill>
              </a:defRPr>
            </a:lvl1pPr>
          </a:lstStyle>
          <a:p>
            <a:fld id="{733122C9-A0B9-462F-8757-0847AD287B63}" type="slidenum">
              <a:rPr lang="en-GB" noProof="0" smtClean="0"/>
              <a:pPr/>
              <a:t>‹#›</a:t>
            </a:fld>
            <a:endParaRPr lang="en-GB" noProof="0"/>
          </a:p>
        </p:txBody>
      </p:sp>
      <p:sp>
        <p:nvSpPr>
          <p:cNvPr id="12" name="Titre 11"/>
          <p:cNvSpPr>
            <a:spLocks noGrp="1"/>
          </p:cNvSpPr>
          <p:nvPr>
            <p:ph type="title" hasCustomPrompt="1"/>
          </p:nvPr>
        </p:nvSpPr>
        <p:spPr bwMode="gray">
          <a:xfrm>
            <a:off x="6192008" y="1484784"/>
            <a:ext cx="4140000" cy="1490400"/>
          </a:xfrm>
        </p:spPr>
        <p:txBody>
          <a:bodyPr anchor="b" anchorCtr="0">
            <a:normAutofit/>
          </a:bodyPr>
          <a:lstStyle>
            <a:lvl1pPr>
              <a:lnSpc>
                <a:spcPct val="100000"/>
              </a:lnSpc>
              <a:defRPr sz="2800" b="1">
                <a:solidFill>
                  <a:schemeClr val="bg1"/>
                </a:solidFill>
              </a:defRPr>
            </a:lvl1pPr>
          </a:lstStyle>
          <a:p>
            <a:r>
              <a:rPr lang="en-GB" noProof="0"/>
              <a:t>Click to insert presentation title</a:t>
            </a:r>
          </a:p>
        </p:txBody>
      </p:sp>
      <p:sp>
        <p:nvSpPr>
          <p:cNvPr id="17" name="Espace réservé du texte 6"/>
          <p:cNvSpPr>
            <a:spLocks noGrp="1"/>
          </p:cNvSpPr>
          <p:nvPr>
            <p:ph type="body" sz="quarter" idx="14" hasCustomPrompt="1"/>
          </p:nvPr>
        </p:nvSpPr>
        <p:spPr bwMode="gray">
          <a:xfrm>
            <a:off x="6192008" y="3717513"/>
            <a:ext cx="4140000" cy="1107018"/>
          </a:xfrm>
        </p:spPr>
        <p:txBody>
          <a:bodyPr>
            <a:normAutofit/>
          </a:bodyPr>
          <a:lstStyle>
            <a:lvl1pPr marL="0" indent="0">
              <a:spcBef>
                <a:spcPts val="0"/>
              </a:spcBef>
              <a:buNone/>
              <a:defRPr sz="1800">
                <a:solidFill>
                  <a:schemeClr val="bg1"/>
                </a:solidFill>
              </a:defRPr>
            </a:lvl1pPr>
            <a:lvl2pPr marL="0" indent="0">
              <a:buNone/>
              <a:defRPr sz="1800"/>
            </a:lvl2pPr>
            <a:lvl3pPr marL="0" indent="0">
              <a:buNone/>
              <a:defRPr sz="1800"/>
            </a:lvl3pPr>
            <a:lvl4pPr marL="0" indent="0">
              <a:buNone/>
              <a:defRPr sz="1800"/>
            </a:lvl4pPr>
            <a:lvl5pPr marL="0" indent="0">
              <a:buNone/>
              <a:defRPr sz="1800"/>
            </a:lvl5pPr>
          </a:lstStyle>
          <a:p>
            <a:pPr lvl="0"/>
            <a:r>
              <a:rPr lang="en-GB" noProof="0"/>
              <a:t>Click to insert date</a:t>
            </a:r>
          </a:p>
        </p:txBody>
      </p:sp>
      <p:sp>
        <p:nvSpPr>
          <p:cNvPr id="20" name="ZoneTexte 19"/>
          <p:cNvSpPr txBox="1"/>
          <p:nvPr userDrawn="1"/>
        </p:nvSpPr>
        <p:spPr bwMode="gray">
          <a:xfrm>
            <a:off x="-1752872" y="0"/>
            <a:ext cx="1464162" cy="830997"/>
          </a:xfrm>
          <a:prstGeom prst="rect">
            <a:avLst/>
          </a:prstGeom>
          <a:solidFill>
            <a:schemeClr val="bg1"/>
          </a:solidFill>
          <a:ln w="28575">
            <a:solidFill>
              <a:schemeClr val="tx1"/>
            </a:solidFill>
            <a:bevel/>
          </a:ln>
        </p:spPr>
        <p:txBody>
          <a:bodyPr wrap="square" rtlCol="0">
            <a:spAutoFit/>
          </a:bodyPr>
          <a:lstStyle/>
          <a:p>
            <a:r>
              <a:rPr lang="en-GB" sz="800" b="0" noProof="0"/>
              <a:t>More cover slides are available on www.partners.alstom.com (in the section “Graphic guidelines and templates / PowerPoint templates”)</a:t>
            </a:r>
          </a:p>
        </p:txBody>
      </p:sp>
    </p:spTree>
    <p:extLst>
      <p:ext uri="{BB962C8B-B14F-4D97-AF65-F5344CB8AC3E}">
        <p14:creationId xmlns:p14="http://schemas.microsoft.com/office/powerpoint/2010/main" val="365792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_generic_blue_v1">
    <p:spTree>
      <p:nvGrpSpPr>
        <p:cNvPr id="1" name=""/>
        <p:cNvGrpSpPr/>
        <p:nvPr/>
      </p:nvGrpSpPr>
      <p:grpSpPr>
        <a:xfrm>
          <a:off x="0" y="0"/>
          <a:ext cx="0" cy="0"/>
          <a:chOff x="0" y="0"/>
          <a:chExt cx="0" cy="0"/>
        </a:xfrm>
      </p:grpSpPr>
      <p:pic>
        <p:nvPicPr>
          <p:cNvPr id="19" name="Image 18" descr="Une image contenant train, voie, arbre, ciel&#10;&#10;Description générée automatiquement">
            <a:extLst>
              <a:ext uri="{FF2B5EF4-FFF2-40B4-BE49-F238E27FC236}">
                <a16:creationId xmlns:a16="http://schemas.microsoft.com/office/drawing/2014/main" id="{8CA0425D-E56E-48C1-9002-24D994EBA9A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1330" r="29400"/>
          <a:stretch/>
        </p:blipFill>
        <p:spPr>
          <a:xfrm>
            <a:off x="1835956" y="713700"/>
            <a:ext cx="4257000" cy="4860000"/>
          </a:xfrm>
          <a:custGeom>
            <a:avLst/>
            <a:gdLst>
              <a:gd name="connsiteX0" fmla="*/ 2430000 w 4257000"/>
              <a:gd name="connsiteY0" fmla="*/ 0 h 4860000"/>
              <a:gd name="connsiteX1" fmla="*/ 4148270 w 4257000"/>
              <a:gd name="connsiteY1" fmla="*/ 711731 h 4860000"/>
              <a:gd name="connsiteX2" fmla="*/ 4257000 w 4257000"/>
              <a:gd name="connsiteY2" fmla="*/ 831364 h 4860000"/>
              <a:gd name="connsiteX3" fmla="*/ 4208894 w 4257000"/>
              <a:gd name="connsiteY3" fmla="*/ 884294 h 4860000"/>
              <a:gd name="connsiteX4" fmla="*/ 3654000 w 4257000"/>
              <a:gd name="connsiteY4" fmla="*/ 2430000 h 4860000"/>
              <a:gd name="connsiteX5" fmla="*/ 4208894 w 4257000"/>
              <a:gd name="connsiteY5" fmla="*/ 3975706 h 4860000"/>
              <a:gd name="connsiteX6" fmla="*/ 4257000 w 4257000"/>
              <a:gd name="connsiteY6" fmla="*/ 4028636 h 4860000"/>
              <a:gd name="connsiteX7" fmla="*/ 4148270 w 4257000"/>
              <a:gd name="connsiteY7" fmla="*/ 4148270 h 4860000"/>
              <a:gd name="connsiteX8" fmla="*/ 2430000 w 4257000"/>
              <a:gd name="connsiteY8" fmla="*/ 4860000 h 4860000"/>
              <a:gd name="connsiteX9" fmla="*/ 0 w 4257000"/>
              <a:gd name="connsiteY9" fmla="*/ 2430000 h 4860000"/>
              <a:gd name="connsiteX10" fmla="*/ 2430000 w 4257000"/>
              <a:gd name="connsiteY10" fmla="*/ 0 h 48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7000" h="4860000">
                <a:moveTo>
                  <a:pt x="2430000" y="0"/>
                </a:moveTo>
                <a:cubicBezTo>
                  <a:pt x="3101026" y="0"/>
                  <a:pt x="3708526" y="271987"/>
                  <a:pt x="4148270" y="711731"/>
                </a:cubicBezTo>
                <a:lnTo>
                  <a:pt x="4257000" y="831364"/>
                </a:lnTo>
                <a:lnTo>
                  <a:pt x="4208894" y="884294"/>
                </a:lnTo>
                <a:cubicBezTo>
                  <a:pt x="3862240" y="1304342"/>
                  <a:pt x="3654000" y="1842852"/>
                  <a:pt x="3654000" y="2430000"/>
                </a:cubicBezTo>
                <a:cubicBezTo>
                  <a:pt x="3654000" y="3017148"/>
                  <a:pt x="3862240" y="3555659"/>
                  <a:pt x="4208894" y="3975706"/>
                </a:cubicBezTo>
                <a:lnTo>
                  <a:pt x="4257000" y="4028636"/>
                </a:lnTo>
                <a:lnTo>
                  <a:pt x="4148270" y="4148270"/>
                </a:lnTo>
                <a:cubicBezTo>
                  <a:pt x="3708526" y="4588013"/>
                  <a:pt x="3101026" y="4860000"/>
                  <a:pt x="2430000" y="4860000"/>
                </a:cubicBezTo>
                <a:cubicBezTo>
                  <a:pt x="1087948" y="4860000"/>
                  <a:pt x="0" y="3772052"/>
                  <a:pt x="0" y="2430000"/>
                </a:cubicBezTo>
                <a:cubicBezTo>
                  <a:pt x="0" y="1087948"/>
                  <a:pt x="1087948" y="0"/>
                  <a:pt x="2430000" y="0"/>
                </a:cubicBezTo>
                <a:close/>
              </a:path>
            </a:pathLst>
          </a:custGeom>
          <a:noFill/>
        </p:spPr>
      </p:pic>
      <p:sp>
        <p:nvSpPr>
          <p:cNvPr id="18" name="Ellipse 17">
            <a:extLst>
              <a:ext uri="{FF2B5EF4-FFF2-40B4-BE49-F238E27FC236}">
                <a16:creationId xmlns:a16="http://schemas.microsoft.com/office/drawing/2014/main" id="{1B78F9F7-2561-40A6-B3B6-97BC76FBCF81}"/>
              </a:ext>
            </a:extLst>
          </p:cNvPr>
          <p:cNvSpPr>
            <a:spLocks noChangeAspect="1"/>
          </p:cNvSpPr>
          <p:nvPr userDrawn="1"/>
        </p:nvSpPr>
        <p:spPr bwMode="gray">
          <a:xfrm>
            <a:off x="5494456" y="713700"/>
            <a:ext cx="4860000" cy="4860000"/>
          </a:xfrm>
          <a:prstGeom prst="ellipse">
            <a:avLst/>
          </a:prstGeom>
          <a:solidFill>
            <a:schemeClr val="accent3"/>
          </a:solidFill>
          <a:ln w="1016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 name="Sous-titre 2"/>
          <p:cNvSpPr>
            <a:spLocks noGrp="1"/>
          </p:cNvSpPr>
          <p:nvPr>
            <p:ph type="subTitle" idx="1" hasCustomPrompt="1"/>
          </p:nvPr>
        </p:nvSpPr>
        <p:spPr bwMode="gray">
          <a:xfrm>
            <a:off x="6192008" y="3142708"/>
            <a:ext cx="4140000" cy="574324"/>
          </a:xfrm>
          <a:prstGeom prst="rect">
            <a:avLst/>
          </a:prstGeom>
        </p:spPr>
        <p:txBody>
          <a:bodyPr anchor="t" anchorCtr="0">
            <a:normAutofit/>
          </a:bodyPr>
          <a:lstStyle>
            <a:lvl1pPr marL="0" indent="0" algn="l">
              <a:spcBef>
                <a:spcPts val="0"/>
              </a:spcBef>
              <a:buFont typeface="Arial" pitchFamily="34" charset="0"/>
              <a:buNone/>
              <a:defRPr sz="2000" b="0">
                <a:solidFill>
                  <a:schemeClr val="bg1"/>
                </a:solidFill>
              </a:defRPr>
            </a:lvl1pPr>
            <a:lvl2pPr marL="0" indent="0" algn="l">
              <a:buFont typeface="Arial" pitchFamily="34" charset="0"/>
              <a:buNone/>
              <a:defRPr sz="1800">
                <a:solidFill>
                  <a:schemeClr val="bg1"/>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a:t>Click to insert speaker name</a:t>
            </a:r>
          </a:p>
        </p:txBody>
      </p:sp>
      <p:sp>
        <p:nvSpPr>
          <p:cNvPr id="2" name="Espace réservé de la date 1"/>
          <p:cNvSpPr>
            <a:spLocks noGrp="1"/>
          </p:cNvSpPr>
          <p:nvPr>
            <p:ph type="dt" sz="half" idx="10"/>
          </p:nvPr>
        </p:nvSpPr>
        <p:spPr bwMode="gray">
          <a:xfrm>
            <a:off x="0" y="6678000"/>
            <a:ext cx="240000" cy="180000"/>
          </a:xfrm>
          <a:ln>
            <a:solidFill>
              <a:schemeClr val="accent1">
                <a:shade val="50000"/>
                <a:alpha val="0"/>
              </a:schemeClr>
            </a:solidFill>
          </a:ln>
        </p:spPr>
        <p:txBody>
          <a:bodyPr/>
          <a:lstStyle/>
          <a:p>
            <a:pPr algn="l"/>
            <a:r>
              <a:rPr lang="en-GB" noProof="0"/>
              <a:t>Date</a:t>
            </a:r>
          </a:p>
        </p:txBody>
      </p:sp>
      <p:sp>
        <p:nvSpPr>
          <p:cNvPr id="8" name="Espace réservé du pied de page 7"/>
          <p:cNvSpPr>
            <a:spLocks noGrp="1"/>
          </p:cNvSpPr>
          <p:nvPr>
            <p:ph type="ftr" sz="quarter" idx="11"/>
          </p:nvPr>
        </p:nvSpPr>
        <p:spPr bwMode="gray">
          <a:xfrm>
            <a:off x="0" y="6678000"/>
            <a:ext cx="240000" cy="180000"/>
          </a:xfrm>
          <a:ln>
            <a:solidFill>
              <a:schemeClr val="accent1">
                <a:shade val="50000"/>
                <a:alpha val="0"/>
              </a:schemeClr>
            </a:solidFill>
          </a:ln>
        </p:spPr>
        <p:txBody>
          <a:bodyPr/>
          <a:lstStyle>
            <a:lvl1pPr>
              <a:defRPr>
                <a:ln>
                  <a:solidFill>
                    <a:schemeClr val="accent1">
                      <a:shade val="50000"/>
                      <a:alpha val="0"/>
                    </a:schemeClr>
                  </a:solidFill>
                </a:ln>
                <a:solidFill>
                  <a:schemeClr val="tx1">
                    <a:alpha val="0"/>
                  </a:schemeClr>
                </a:solidFill>
              </a:defRPr>
            </a:lvl1p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a:xfrm>
            <a:off x="0" y="6678000"/>
            <a:ext cx="240000" cy="180000"/>
          </a:xfrm>
          <a:ln>
            <a:solidFill>
              <a:schemeClr val="accent1">
                <a:shade val="50000"/>
                <a:alpha val="0"/>
              </a:schemeClr>
            </a:solidFill>
          </a:ln>
        </p:spPr>
        <p:txBody>
          <a:bodyPr/>
          <a:lstStyle>
            <a:lvl1pPr>
              <a:defRPr>
                <a:ln>
                  <a:solidFill>
                    <a:schemeClr val="accent1">
                      <a:shade val="50000"/>
                      <a:alpha val="0"/>
                    </a:schemeClr>
                  </a:solidFill>
                </a:ln>
                <a:solidFill>
                  <a:schemeClr val="tx1">
                    <a:alpha val="0"/>
                  </a:schemeClr>
                </a:solidFill>
              </a:defRPr>
            </a:lvl1pPr>
          </a:lstStyle>
          <a:p>
            <a:fld id="{733122C9-A0B9-462F-8757-0847AD287B63}" type="slidenum">
              <a:rPr lang="en-GB" noProof="0" smtClean="0"/>
              <a:pPr/>
              <a:t>‹#›</a:t>
            </a:fld>
            <a:endParaRPr lang="en-GB" noProof="0"/>
          </a:p>
        </p:txBody>
      </p:sp>
      <p:sp>
        <p:nvSpPr>
          <p:cNvPr id="12" name="Titre 11"/>
          <p:cNvSpPr>
            <a:spLocks noGrp="1"/>
          </p:cNvSpPr>
          <p:nvPr>
            <p:ph type="title" hasCustomPrompt="1"/>
          </p:nvPr>
        </p:nvSpPr>
        <p:spPr bwMode="gray">
          <a:xfrm>
            <a:off x="6192008" y="1484784"/>
            <a:ext cx="4140000" cy="1489250"/>
          </a:xfrm>
        </p:spPr>
        <p:txBody>
          <a:bodyPr anchor="b" anchorCtr="0">
            <a:normAutofit/>
          </a:bodyPr>
          <a:lstStyle>
            <a:lvl1pPr>
              <a:lnSpc>
                <a:spcPct val="100000"/>
              </a:lnSpc>
              <a:defRPr sz="2800" b="1">
                <a:solidFill>
                  <a:schemeClr val="bg1"/>
                </a:solidFill>
              </a:defRPr>
            </a:lvl1pPr>
          </a:lstStyle>
          <a:p>
            <a:r>
              <a:rPr lang="en-GB" noProof="0"/>
              <a:t>Click to insert presentation title</a:t>
            </a:r>
          </a:p>
        </p:txBody>
      </p:sp>
      <p:sp>
        <p:nvSpPr>
          <p:cNvPr id="13" name="Espace réservé du texte 6"/>
          <p:cNvSpPr>
            <a:spLocks noGrp="1"/>
          </p:cNvSpPr>
          <p:nvPr>
            <p:ph type="body" sz="quarter" idx="14" hasCustomPrompt="1"/>
          </p:nvPr>
        </p:nvSpPr>
        <p:spPr bwMode="gray">
          <a:xfrm>
            <a:off x="6192008" y="3717513"/>
            <a:ext cx="4140000" cy="1107018"/>
          </a:xfrm>
        </p:spPr>
        <p:txBody>
          <a:bodyPr>
            <a:normAutofit/>
          </a:bodyPr>
          <a:lstStyle>
            <a:lvl1pPr marL="0" indent="0">
              <a:spcBef>
                <a:spcPts val="0"/>
              </a:spcBef>
              <a:buNone/>
              <a:defRPr sz="1800">
                <a:solidFill>
                  <a:schemeClr val="bg1"/>
                </a:solidFill>
              </a:defRPr>
            </a:lvl1pPr>
            <a:lvl2pPr marL="0" indent="0">
              <a:buNone/>
              <a:defRPr sz="1800"/>
            </a:lvl2pPr>
            <a:lvl3pPr marL="0" indent="0">
              <a:buNone/>
              <a:defRPr sz="1800"/>
            </a:lvl3pPr>
            <a:lvl4pPr marL="0" indent="0">
              <a:buNone/>
              <a:defRPr sz="1800"/>
            </a:lvl4pPr>
            <a:lvl5pPr marL="0" indent="0">
              <a:buNone/>
              <a:defRPr sz="1800"/>
            </a:lvl5pPr>
          </a:lstStyle>
          <a:p>
            <a:pPr lvl="0"/>
            <a:r>
              <a:rPr lang="en-GB" noProof="0"/>
              <a:t>Click to insert date</a:t>
            </a:r>
          </a:p>
        </p:txBody>
      </p:sp>
      <p:pic>
        <p:nvPicPr>
          <p:cNvPr id="15" name="Imag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gray">
          <a:xfrm>
            <a:off x="4980312" y="5769260"/>
            <a:ext cx="2229788" cy="792000"/>
          </a:xfrm>
          <a:prstGeom prst="rect">
            <a:avLst/>
          </a:prstGeom>
        </p:spPr>
      </p:pic>
      <p:sp>
        <p:nvSpPr>
          <p:cNvPr id="14" name="ZoneTexte 13"/>
          <p:cNvSpPr txBox="1"/>
          <p:nvPr userDrawn="1"/>
        </p:nvSpPr>
        <p:spPr bwMode="gray">
          <a:xfrm>
            <a:off x="-1752872" y="0"/>
            <a:ext cx="1464162" cy="830997"/>
          </a:xfrm>
          <a:prstGeom prst="rect">
            <a:avLst/>
          </a:prstGeom>
          <a:solidFill>
            <a:schemeClr val="bg1"/>
          </a:solidFill>
          <a:ln w="28575">
            <a:solidFill>
              <a:schemeClr val="tx1"/>
            </a:solidFill>
            <a:bevel/>
          </a:ln>
        </p:spPr>
        <p:txBody>
          <a:bodyPr wrap="square" rtlCol="0">
            <a:spAutoFit/>
          </a:bodyPr>
          <a:lstStyle/>
          <a:p>
            <a:r>
              <a:rPr lang="en-GB" sz="800" b="0" noProof="0"/>
              <a:t>More cover slides are available on www.partners.alstom.com (in the section “Graphic guidelines and templates / PowerPoint templates”)</a:t>
            </a:r>
          </a:p>
        </p:txBody>
      </p:sp>
    </p:spTree>
    <p:extLst>
      <p:ext uri="{BB962C8B-B14F-4D97-AF65-F5344CB8AC3E}">
        <p14:creationId xmlns:p14="http://schemas.microsoft.com/office/powerpoint/2010/main" val="1838590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_generic_red_v2">
    <p:spTree>
      <p:nvGrpSpPr>
        <p:cNvPr id="1" name=""/>
        <p:cNvGrpSpPr/>
        <p:nvPr/>
      </p:nvGrpSpPr>
      <p:grpSpPr>
        <a:xfrm>
          <a:off x="0" y="0"/>
          <a:ext cx="0" cy="0"/>
          <a:chOff x="0" y="0"/>
          <a:chExt cx="0" cy="0"/>
        </a:xfrm>
      </p:grpSpPr>
      <p:sp>
        <p:nvSpPr>
          <p:cNvPr id="24" name="Ellipse 23">
            <a:extLst>
              <a:ext uri="{FF2B5EF4-FFF2-40B4-BE49-F238E27FC236}">
                <a16:creationId xmlns:a16="http://schemas.microsoft.com/office/drawing/2014/main" id="{1B78F9F7-2561-40A6-B3B6-97BC76FBCF81}"/>
              </a:ext>
            </a:extLst>
          </p:cNvPr>
          <p:cNvSpPr>
            <a:spLocks noChangeAspect="1"/>
          </p:cNvSpPr>
          <p:nvPr userDrawn="1"/>
        </p:nvSpPr>
        <p:spPr bwMode="gray">
          <a:xfrm>
            <a:off x="5494456" y="713700"/>
            <a:ext cx="4860000" cy="4860000"/>
          </a:xfrm>
          <a:prstGeom prst="ellipse">
            <a:avLst/>
          </a:prstGeom>
          <a:solidFill>
            <a:schemeClr val="accent1"/>
          </a:solidFill>
          <a:ln w="1016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25" name="Image 2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4980312" y="5769260"/>
            <a:ext cx="2229788" cy="792000"/>
          </a:xfrm>
          <a:prstGeom prst="rect">
            <a:avLst/>
          </a:prstGeom>
        </p:spPr>
      </p:pic>
      <p:sp>
        <p:nvSpPr>
          <p:cNvPr id="3" name="Sous-titre 2"/>
          <p:cNvSpPr>
            <a:spLocks noGrp="1"/>
          </p:cNvSpPr>
          <p:nvPr userDrawn="1">
            <p:ph type="subTitle" idx="1" hasCustomPrompt="1"/>
          </p:nvPr>
        </p:nvSpPr>
        <p:spPr bwMode="gray">
          <a:xfrm>
            <a:off x="6192008" y="3142708"/>
            <a:ext cx="4140000" cy="574324"/>
          </a:xfrm>
          <a:prstGeom prst="rect">
            <a:avLst/>
          </a:prstGeom>
        </p:spPr>
        <p:txBody>
          <a:bodyPr anchor="t" anchorCtr="0">
            <a:normAutofit/>
          </a:bodyPr>
          <a:lstStyle>
            <a:lvl1pPr marL="0" indent="0" algn="l">
              <a:spcBef>
                <a:spcPts val="0"/>
              </a:spcBef>
              <a:buFont typeface="Arial" pitchFamily="34" charset="0"/>
              <a:buNone/>
              <a:defRPr sz="2000" b="0">
                <a:solidFill>
                  <a:schemeClr val="bg1"/>
                </a:solidFill>
              </a:defRPr>
            </a:lvl1pPr>
            <a:lvl2pPr marL="0" indent="0" algn="l">
              <a:buFont typeface="Arial" pitchFamily="34" charset="0"/>
              <a:buNone/>
              <a:defRPr sz="1800">
                <a:solidFill>
                  <a:schemeClr val="bg1"/>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a:t>Click to insert speaker name</a:t>
            </a:r>
          </a:p>
        </p:txBody>
      </p:sp>
      <p:sp>
        <p:nvSpPr>
          <p:cNvPr id="2" name="Espace réservé de la date 1"/>
          <p:cNvSpPr>
            <a:spLocks noGrp="1"/>
          </p:cNvSpPr>
          <p:nvPr userDrawn="1">
            <p:ph type="dt" sz="half" idx="10"/>
          </p:nvPr>
        </p:nvSpPr>
        <p:spPr bwMode="gray">
          <a:xfrm>
            <a:off x="0" y="6678000"/>
            <a:ext cx="240000" cy="180000"/>
          </a:xfrm>
          <a:ln>
            <a:solidFill>
              <a:schemeClr val="accent1">
                <a:shade val="50000"/>
                <a:alpha val="0"/>
              </a:schemeClr>
            </a:solidFill>
          </a:ln>
        </p:spPr>
        <p:txBody>
          <a:bodyPr/>
          <a:lstStyle/>
          <a:p>
            <a:pPr algn="l"/>
            <a:r>
              <a:rPr lang="en-GB" noProof="0"/>
              <a:t>Date</a:t>
            </a:r>
          </a:p>
        </p:txBody>
      </p:sp>
      <p:sp>
        <p:nvSpPr>
          <p:cNvPr id="8" name="Espace réservé du pied de page 7"/>
          <p:cNvSpPr>
            <a:spLocks noGrp="1"/>
          </p:cNvSpPr>
          <p:nvPr userDrawn="1">
            <p:ph type="ftr" sz="quarter" idx="11"/>
          </p:nvPr>
        </p:nvSpPr>
        <p:spPr bwMode="gray">
          <a:xfrm>
            <a:off x="0" y="6678000"/>
            <a:ext cx="240000" cy="180000"/>
          </a:xfrm>
          <a:ln>
            <a:solidFill>
              <a:schemeClr val="accent1">
                <a:shade val="50000"/>
                <a:alpha val="0"/>
              </a:schemeClr>
            </a:solidFill>
          </a:ln>
        </p:spPr>
        <p:txBody>
          <a:bodyPr/>
          <a:lstStyle>
            <a:lvl1pPr>
              <a:defRPr>
                <a:ln>
                  <a:solidFill>
                    <a:schemeClr val="accent1">
                      <a:shade val="50000"/>
                      <a:alpha val="0"/>
                    </a:schemeClr>
                  </a:solidFill>
                </a:ln>
                <a:solidFill>
                  <a:schemeClr val="tx1">
                    <a:alpha val="0"/>
                  </a:schemeClr>
                </a:solidFill>
              </a:defRPr>
            </a:lvl1p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userDrawn="1">
            <p:ph type="sldNum" sz="quarter" idx="12"/>
          </p:nvPr>
        </p:nvSpPr>
        <p:spPr bwMode="gray">
          <a:xfrm>
            <a:off x="0" y="6678000"/>
            <a:ext cx="240000" cy="180000"/>
          </a:xfrm>
          <a:ln>
            <a:solidFill>
              <a:schemeClr val="accent1">
                <a:shade val="50000"/>
                <a:alpha val="0"/>
              </a:schemeClr>
            </a:solidFill>
          </a:ln>
        </p:spPr>
        <p:txBody>
          <a:bodyPr/>
          <a:lstStyle>
            <a:lvl1pPr>
              <a:defRPr>
                <a:ln>
                  <a:solidFill>
                    <a:schemeClr val="accent1">
                      <a:shade val="50000"/>
                      <a:alpha val="0"/>
                    </a:schemeClr>
                  </a:solidFill>
                </a:ln>
                <a:solidFill>
                  <a:schemeClr val="tx1">
                    <a:alpha val="0"/>
                  </a:schemeClr>
                </a:solidFill>
              </a:defRPr>
            </a:lvl1pPr>
          </a:lstStyle>
          <a:p>
            <a:fld id="{733122C9-A0B9-462F-8757-0847AD287B63}" type="slidenum">
              <a:rPr lang="en-GB" noProof="0" smtClean="0"/>
              <a:pPr/>
              <a:t>‹#›</a:t>
            </a:fld>
            <a:endParaRPr lang="en-GB" noProof="0"/>
          </a:p>
        </p:txBody>
      </p:sp>
      <p:sp>
        <p:nvSpPr>
          <p:cNvPr id="12" name="Titre 11"/>
          <p:cNvSpPr>
            <a:spLocks noGrp="1"/>
          </p:cNvSpPr>
          <p:nvPr userDrawn="1">
            <p:ph type="title" hasCustomPrompt="1"/>
          </p:nvPr>
        </p:nvSpPr>
        <p:spPr bwMode="gray">
          <a:xfrm>
            <a:off x="6192008" y="1484784"/>
            <a:ext cx="4140000" cy="1489250"/>
          </a:xfrm>
        </p:spPr>
        <p:txBody>
          <a:bodyPr anchor="b" anchorCtr="0">
            <a:normAutofit/>
          </a:bodyPr>
          <a:lstStyle>
            <a:lvl1pPr>
              <a:lnSpc>
                <a:spcPct val="100000"/>
              </a:lnSpc>
              <a:defRPr sz="2800" b="1">
                <a:solidFill>
                  <a:schemeClr val="bg1"/>
                </a:solidFill>
              </a:defRPr>
            </a:lvl1pPr>
          </a:lstStyle>
          <a:p>
            <a:r>
              <a:rPr lang="en-GB" noProof="0"/>
              <a:t>Click to insert presentation title</a:t>
            </a:r>
          </a:p>
        </p:txBody>
      </p:sp>
      <p:sp>
        <p:nvSpPr>
          <p:cNvPr id="17" name="Espace réservé du texte 6"/>
          <p:cNvSpPr>
            <a:spLocks noGrp="1"/>
          </p:cNvSpPr>
          <p:nvPr userDrawn="1">
            <p:ph type="body" sz="quarter" idx="14" hasCustomPrompt="1"/>
          </p:nvPr>
        </p:nvSpPr>
        <p:spPr bwMode="gray">
          <a:xfrm>
            <a:off x="6192008" y="3717513"/>
            <a:ext cx="4140000" cy="1107018"/>
          </a:xfrm>
        </p:spPr>
        <p:txBody>
          <a:bodyPr>
            <a:normAutofit/>
          </a:bodyPr>
          <a:lstStyle>
            <a:lvl1pPr marL="0" indent="0">
              <a:spcBef>
                <a:spcPts val="0"/>
              </a:spcBef>
              <a:buNone/>
              <a:defRPr sz="1800">
                <a:solidFill>
                  <a:schemeClr val="bg1"/>
                </a:solidFill>
              </a:defRPr>
            </a:lvl1pPr>
            <a:lvl2pPr marL="0" indent="0">
              <a:buNone/>
              <a:defRPr sz="1800"/>
            </a:lvl2pPr>
            <a:lvl3pPr marL="0" indent="0">
              <a:buNone/>
              <a:defRPr sz="1800"/>
            </a:lvl3pPr>
            <a:lvl4pPr marL="0" indent="0">
              <a:buNone/>
              <a:defRPr sz="1800"/>
            </a:lvl4pPr>
            <a:lvl5pPr marL="0" indent="0">
              <a:buNone/>
              <a:defRPr sz="1800"/>
            </a:lvl5pPr>
          </a:lstStyle>
          <a:p>
            <a:pPr lvl="0"/>
            <a:r>
              <a:rPr lang="en-GB" noProof="0"/>
              <a:t>Click to insert date</a:t>
            </a:r>
          </a:p>
        </p:txBody>
      </p:sp>
      <p:sp>
        <p:nvSpPr>
          <p:cNvPr id="13" name="ZoneTexte 12"/>
          <p:cNvSpPr txBox="1"/>
          <p:nvPr userDrawn="1"/>
        </p:nvSpPr>
        <p:spPr bwMode="gray">
          <a:xfrm>
            <a:off x="-1752872" y="0"/>
            <a:ext cx="1464162" cy="830997"/>
          </a:xfrm>
          <a:prstGeom prst="rect">
            <a:avLst/>
          </a:prstGeom>
          <a:solidFill>
            <a:schemeClr val="bg1"/>
          </a:solidFill>
          <a:ln w="28575">
            <a:solidFill>
              <a:schemeClr val="tx1"/>
            </a:solidFill>
            <a:bevel/>
          </a:ln>
        </p:spPr>
        <p:txBody>
          <a:bodyPr wrap="square" rtlCol="0">
            <a:spAutoFit/>
          </a:bodyPr>
          <a:lstStyle/>
          <a:p>
            <a:r>
              <a:rPr lang="en-GB" sz="800" b="0" noProof="0"/>
              <a:t>More cover slides are available on www.partners.alstom.com (in the section “Graphic guidelines and templates / PowerPoint templates”)</a:t>
            </a:r>
          </a:p>
        </p:txBody>
      </p:sp>
      <p:pic>
        <p:nvPicPr>
          <p:cNvPr id="14" name="Image 13" descr="Une image contenant ciel, arbre, extérieur, jour&#10;&#10;Description générée automatiquement">
            <a:extLst>
              <a:ext uri="{FF2B5EF4-FFF2-40B4-BE49-F238E27FC236}">
                <a16:creationId xmlns:a16="http://schemas.microsoft.com/office/drawing/2014/main" id="{69EF8A87-5B84-45DA-B769-4F3FD4DE7571}"/>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t="482" r="3" b="10186"/>
          <a:stretch/>
        </p:blipFill>
        <p:spPr>
          <a:xfrm>
            <a:off x="1835956" y="713700"/>
            <a:ext cx="4257000" cy="4860000"/>
          </a:xfrm>
          <a:custGeom>
            <a:avLst/>
            <a:gdLst>
              <a:gd name="connsiteX0" fmla="*/ 2430000 w 4257000"/>
              <a:gd name="connsiteY0" fmla="*/ 0 h 4860000"/>
              <a:gd name="connsiteX1" fmla="*/ 4148270 w 4257000"/>
              <a:gd name="connsiteY1" fmla="*/ 711731 h 4860000"/>
              <a:gd name="connsiteX2" fmla="*/ 4257000 w 4257000"/>
              <a:gd name="connsiteY2" fmla="*/ 831364 h 4860000"/>
              <a:gd name="connsiteX3" fmla="*/ 4208894 w 4257000"/>
              <a:gd name="connsiteY3" fmla="*/ 884294 h 4860000"/>
              <a:gd name="connsiteX4" fmla="*/ 3654000 w 4257000"/>
              <a:gd name="connsiteY4" fmla="*/ 2430000 h 4860000"/>
              <a:gd name="connsiteX5" fmla="*/ 4208894 w 4257000"/>
              <a:gd name="connsiteY5" fmla="*/ 3975706 h 4860000"/>
              <a:gd name="connsiteX6" fmla="*/ 4257000 w 4257000"/>
              <a:gd name="connsiteY6" fmla="*/ 4028636 h 4860000"/>
              <a:gd name="connsiteX7" fmla="*/ 4148270 w 4257000"/>
              <a:gd name="connsiteY7" fmla="*/ 4148270 h 4860000"/>
              <a:gd name="connsiteX8" fmla="*/ 2430000 w 4257000"/>
              <a:gd name="connsiteY8" fmla="*/ 4860000 h 4860000"/>
              <a:gd name="connsiteX9" fmla="*/ 0 w 4257000"/>
              <a:gd name="connsiteY9" fmla="*/ 2430000 h 4860000"/>
              <a:gd name="connsiteX10" fmla="*/ 2430000 w 4257000"/>
              <a:gd name="connsiteY10" fmla="*/ 0 h 48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7000" h="4860000">
                <a:moveTo>
                  <a:pt x="2430000" y="0"/>
                </a:moveTo>
                <a:cubicBezTo>
                  <a:pt x="3101026" y="0"/>
                  <a:pt x="3708526" y="271987"/>
                  <a:pt x="4148270" y="711731"/>
                </a:cubicBezTo>
                <a:lnTo>
                  <a:pt x="4257000" y="831364"/>
                </a:lnTo>
                <a:lnTo>
                  <a:pt x="4208894" y="884294"/>
                </a:lnTo>
                <a:cubicBezTo>
                  <a:pt x="3862240" y="1304342"/>
                  <a:pt x="3654000" y="1842852"/>
                  <a:pt x="3654000" y="2430000"/>
                </a:cubicBezTo>
                <a:cubicBezTo>
                  <a:pt x="3654000" y="3017148"/>
                  <a:pt x="3862240" y="3555659"/>
                  <a:pt x="4208894" y="3975706"/>
                </a:cubicBezTo>
                <a:lnTo>
                  <a:pt x="4257000" y="4028636"/>
                </a:lnTo>
                <a:lnTo>
                  <a:pt x="4148270" y="4148270"/>
                </a:lnTo>
                <a:cubicBezTo>
                  <a:pt x="3708526" y="4588013"/>
                  <a:pt x="3101026" y="4860000"/>
                  <a:pt x="2430000" y="4860000"/>
                </a:cubicBezTo>
                <a:cubicBezTo>
                  <a:pt x="1087948" y="4860000"/>
                  <a:pt x="0" y="3772052"/>
                  <a:pt x="0" y="2430000"/>
                </a:cubicBezTo>
                <a:cubicBezTo>
                  <a:pt x="0" y="1087948"/>
                  <a:pt x="1087948" y="0"/>
                  <a:pt x="2430000" y="0"/>
                </a:cubicBezTo>
                <a:close/>
              </a:path>
            </a:pathLst>
          </a:custGeom>
          <a:noFill/>
        </p:spPr>
      </p:pic>
    </p:spTree>
    <p:extLst>
      <p:ext uri="{BB962C8B-B14F-4D97-AF65-F5344CB8AC3E}">
        <p14:creationId xmlns:p14="http://schemas.microsoft.com/office/powerpoint/2010/main" val="2996486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_generic_blue_v2">
    <p:spTree>
      <p:nvGrpSpPr>
        <p:cNvPr id="1" name=""/>
        <p:cNvGrpSpPr/>
        <p:nvPr/>
      </p:nvGrpSpPr>
      <p:grpSpPr>
        <a:xfrm>
          <a:off x="0" y="0"/>
          <a:ext cx="0" cy="0"/>
          <a:chOff x="0" y="0"/>
          <a:chExt cx="0" cy="0"/>
        </a:xfrm>
      </p:grpSpPr>
      <p:grpSp>
        <p:nvGrpSpPr>
          <p:cNvPr id="15" name="Groupe 14"/>
          <p:cNvGrpSpPr/>
          <p:nvPr userDrawn="1"/>
        </p:nvGrpSpPr>
        <p:grpSpPr>
          <a:xfrm>
            <a:off x="1835956" y="713700"/>
            <a:ext cx="8518500" cy="4860000"/>
            <a:chOff x="306000" y="713700"/>
            <a:chExt cx="8518500" cy="4860000"/>
          </a:xfrm>
        </p:grpSpPr>
        <p:sp>
          <p:nvSpPr>
            <p:cNvPr id="16" name="Forme libre 15"/>
            <p:cNvSpPr/>
            <p:nvPr userDrawn="1"/>
          </p:nvSpPr>
          <p:spPr bwMode="gray">
            <a:xfrm>
              <a:off x="306000" y="713700"/>
              <a:ext cx="4257000" cy="4860000"/>
            </a:xfrm>
            <a:custGeom>
              <a:avLst/>
              <a:gdLst>
                <a:gd name="connsiteX0" fmla="*/ 2430000 w 4257000"/>
                <a:gd name="connsiteY0" fmla="*/ 0 h 4860000"/>
                <a:gd name="connsiteX1" fmla="*/ 3152608 w 4257000"/>
                <a:gd name="connsiteY1" fmla="*/ 109248 h 4860000"/>
                <a:gd name="connsiteX2" fmla="*/ 3375866 w 4257000"/>
                <a:gd name="connsiteY2" fmla="*/ 190962 h 4860000"/>
                <a:gd name="connsiteX3" fmla="*/ 3588282 w 4257000"/>
                <a:gd name="connsiteY3" fmla="*/ 293288 h 4860000"/>
                <a:gd name="connsiteX4" fmla="*/ 3698050 w 4257000"/>
                <a:gd name="connsiteY4" fmla="*/ 359974 h 4860000"/>
                <a:gd name="connsiteX5" fmla="*/ 3788636 w 4257000"/>
                <a:gd name="connsiteY5" fmla="*/ 415006 h 4860000"/>
                <a:gd name="connsiteX6" fmla="*/ 3878887 w 4257000"/>
                <a:gd name="connsiteY6" fmla="*/ 482494 h 4860000"/>
                <a:gd name="connsiteX7" fmla="*/ 3975706 w 4257000"/>
                <a:gd name="connsiteY7" fmla="*/ 554894 h 4860000"/>
                <a:gd name="connsiteX8" fmla="*/ 4055153 w 4257000"/>
                <a:gd name="connsiteY8" fmla="*/ 627100 h 4860000"/>
                <a:gd name="connsiteX9" fmla="*/ 4148270 w 4257000"/>
                <a:gd name="connsiteY9" fmla="*/ 711731 h 4860000"/>
                <a:gd name="connsiteX10" fmla="*/ 4257000 w 4257000"/>
                <a:gd name="connsiteY10" fmla="*/ 831364 h 4860000"/>
                <a:gd name="connsiteX11" fmla="*/ 4208894 w 4257000"/>
                <a:gd name="connsiteY11" fmla="*/ 884294 h 4860000"/>
                <a:gd name="connsiteX12" fmla="*/ 3654000 w 4257000"/>
                <a:gd name="connsiteY12" fmla="*/ 2430000 h 4860000"/>
                <a:gd name="connsiteX13" fmla="*/ 4208894 w 4257000"/>
                <a:gd name="connsiteY13" fmla="*/ 3975706 h 4860000"/>
                <a:gd name="connsiteX14" fmla="*/ 4257000 w 4257000"/>
                <a:gd name="connsiteY14" fmla="*/ 4028636 h 4860000"/>
                <a:gd name="connsiteX15" fmla="*/ 4148270 w 4257000"/>
                <a:gd name="connsiteY15" fmla="*/ 4148270 h 4860000"/>
                <a:gd name="connsiteX16" fmla="*/ 2430000 w 4257000"/>
                <a:gd name="connsiteY16" fmla="*/ 4860000 h 4860000"/>
                <a:gd name="connsiteX17" fmla="*/ 0 w 4257000"/>
                <a:gd name="connsiteY17" fmla="*/ 2430000 h 4860000"/>
                <a:gd name="connsiteX18" fmla="*/ 2430000 w 4257000"/>
                <a:gd name="connsiteY18" fmla="*/ 0 h 48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57000" h="4860000">
                  <a:moveTo>
                    <a:pt x="2430000" y="0"/>
                  </a:moveTo>
                  <a:cubicBezTo>
                    <a:pt x="2681635" y="0"/>
                    <a:pt x="2924336" y="38248"/>
                    <a:pt x="3152608" y="109248"/>
                  </a:cubicBezTo>
                  <a:cubicBezTo>
                    <a:pt x="3228698" y="132915"/>
                    <a:pt x="3303186" y="160220"/>
                    <a:pt x="3375866" y="190962"/>
                  </a:cubicBezTo>
                  <a:lnTo>
                    <a:pt x="3588282" y="293288"/>
                  </a:lnTo>
                  <a:lnTo>
                    <a:pt x="3698050" y="359974"/>
                  </a:lnTo>
                  <a:lnTo>
                    <a:pt x="3788636" y="415006"/>
                  </a:lnTo>
                  <a:lnTo>
                    <a:pt x="3878887" y="482494"/>
                  </a:lnTo>
                  <a:lnTo>
                    <a:pt x="3975706" y="554894"/>
                  </a:lnTo>
                  <a:lnTo>
                    <a:pt x="4055153" y="627100"/>
                  </a:lnTo>
                  <a:lnTo>
                    <a:pt x="4148270" y="711731"/>
                  </a:lnTo>
                  <a:lnTo>
                    <a:pt x="4257000" y="831364"/>
                  </a:lnTo>
                  <a:lnTo>
                    <a:pt x="4208894" y="884294"/>
                  </a:lnTo>
                  <a:cubicBezTo>
                    <a:pt x="3862240" y="1304342"/>
                    <a:pt x="3654000" y="1842852"/>
                    <a:pt x="3654000" y="2430000"/>
                  </a:cubicBezTo>
                  <a:cubicBezTo>
                    <a:pt x="3654000" y="3017148"/>
                    <a:pt x="3862240" y="3555659"/>
                    <a:pt x="4208894" y="3975706"/>
                  </a:cubicBezTo>
                  <a:lnTo>
                    <a:pt x="4257000" y="4028636"/>
                  </a:lnTo>
                  <a:lnTo>
                    <a:pt x="4148270" y="4148270"/>
                  </a:lnTo>
                  <a:cubicBezTo>
                    <a:pt x="3708526" y="4588013"/>
                    <a:pt x="3101026" y="4860000"/>
                    <a:pt x="2430000" y="4860000"/>
                  </a:cubicBezTo>
                  <a:cubicBezTo>
                    <a:pt x="1087948" y="4860000"/>
                    <a:pt x="0" y="3772052"/>
                    <a:pt x="0" y="2430000"/>
                  </a:cubicBezTo>
                  <a:cubicBezTo>
                    <a:pt x="0" y="1087948"/>
                    <a:pt x="1087948" y="0"/>
                    <a:pt x="2430000" y="0"/>
                  </a:cubicBezTo>
                  <a:close/>
                </a:path>
              </a:pathLst>
            </a:cu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7" name="Ellipse 16">
              <a:extLst>
                <a:ext uri="{FF2B5EF4-FFF2-40B4-BE49-F238E27FC236}">
                  <a16:creationId xmlns:a16="http://schemas.microsoft.com/office/drawing/2014/main" id="{1B78F9F7-2561-40A6-B3B6-97BC76FBCF81}"/>
                </a:ext>
              </a:extLst>
            </p:cNvPr>
            <p:cNvSpPr>
              <a:spLocks noChangeAspect="1"/>
            </p:cNvSpPr>
            <p:nvPr userDrawn="1"/>
          </p:nvSpPr>
          <p:spPr bwMode="gray">
            <a:xfrm>
              <a:off x="3964500" y="713700"/>
              <a:ext cx="4860000" cy="4860000"/>
            </a:xfrm>
            <a:prstGeom prst="ellipse">
              <a:avLst/>
            </a:prstGeom>
            <a:solidFill>
              <a:schemeClr val="accent3"/>
            </a:solidFill>
            <a:ln w="1016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pic>
        <p:nvPicPr>
          <p:cNvPr id="18" name="Imag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gray">
          <a:xfrm>
            <a:off x="4980312" y="5769260"/>
            <a:ext cx="2229788" cy="792000"/>
          </a:xfrm>
          <a:prstGeom prst="rect">
            <a:avLst/>
          </a:prstGeom>
        </p:spPr>
      </p:pic>
      <p:sp>
        <p:nvSpPr>
          <p:cNvPr id="3" name="Sous-titre 2"/>
          <p:cNvSpPr>
            <a:spLocks noGrp="1"/>
          </p:cNvSpPr>
          <p:nvPr>
            <p:ph type="subTitle" idx="1" hasCustomPrompt="1"/>
          </p:nvPr>
        </p:nvSpPr>
        <p:spPr bwMode="gray">
          <a:xfrm>
            <a:off x="6192008" y="3142708"/>
            <a:ext cx="4140000" cy="574324"/>
          </a:xfrm>
          <a:prstGeom prst="rect">
            <a:avLst/>
          </a:prstGeom>
        </p:spPr>
        <p:txBody>
          <a:bodyPr anchor="t" anchorCtr="0">
            <a:normAutofit/>
          </a:bodyPr>
          <a:lstStyle>
            <a:lvl1pPr marL="0" indent="0" algn="l">
              <a:spcBef>
                <a:spcPts val="0"/>
              </a:spcBef>
              <a:buFont typeface="Arial" pitchFamily="34" charset="0"/>
              <a:buNone/>
              <a:defRPr sz="2000" b="0">
                <a:solidFill>
                  <a:schemeClr val="bg1"/>
                </a:solidFill>
              </a:defRPr>
            </a:lvl1pPr>
            <a:lvl2pPr marL="0" indent="0" algn="l">
              <a:buFont typeface="Arial" pitchFamily="34" charset="0"/>
              <a:buNone/>
              <a:defRPr sz="1800">
                <a:solidFill>
                  <a:schemeClr val="bg1"/>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a:t>Click to insert speaker name</a:t>
            </a:r>
          </a:p>
        </p:txBody>
      </p:sp>
      <p:sp>
        <p:nvSpPr>
          <p:cNvPr id="2" name="Espace réservé de la date 1"/>
          <p:cNvSpPr>
            <a:spLocks noGrp="1"/>
          </p:cNvSpPr>
          <p:nvPr>
            <p:ph type="dt" sz="half" idx="10"/>
          </p:nvPr>
        </p:nvSpPr>
        <p:spPr bwMode="gray">
          <a:xfrm>
            <a:off x="0" y="6678000"/>
            <a:ext cx="240000" cy="180000"/>
          </a:xfrm>
          <a:ln>
            <a:solidFill>
              <a:schemeClr val="accent1">
                <a:shade val="50000"/>
                <a:alpha val="0"/>
              </a:schemeClr>
            </a:solidFill>
          </a:ln>
        </p:spPr>
        <p:txBody>
          <a:bodyPr/>
          <a:lstStyle/>
          <a:p>
            <a:pPr algn="l"/>
            <a:r>
              <a:rPr lang="en-GB" noProof="0"/>
              <a:t>Date</a:t>
            </a:r>
          </a:p>
        </p:txBody>
      </p:sp>
      <p:sp>
        <p:nvSpPr>
          <p:cNvPr id="8" name="Espace réservé du pied de page 7"/>
          <p:cNvSpPr>
            <a:spLocks noGrp="1"/>
          </p:cNvSpPr>
          <p:nvPr>
            <p:ph type="ftr" sz="quarter" idx="11"/>
          </p:nvPr>
        </p:nvSpPr>
        <p:spPr bwMode="gray">
          <a:xfrm>
            <a:off x="0" y="6678000"/>
            <a:ext cx="240000" cy="180000"/>
          </a:xfrm>
          <a:ln>
            <a:solidFill>
              <a:schemeClr val="accent1">
                <a:shade val="50000"/>
                <a:alpha val="0"/>
              </a:schemeClr>
            </a:solidFill>
          </a:ln>
        </p:spPr>
        <p:txBody>
          <a:bodyPr/>
          <a:lstStyle>
            <a:lvl1pPr>
              <a:defRPr>
                <a:ln>
                  <a:solidFill>
                    <a:schemeClr val="accent1">
                      <a:shade val="50000"/>
                      <a:alpha val="0"/>
                    </a:schemeClr>
                  </a:solidFill>
                </a:ln>
                <a:solidFill>
                  <a:schemeClr val="tx1">
                    <a:alpha val="0"/>
                  </a:schemeClr>
                </a:solidFill>
              </a:defRPr>
            </a:lvl1p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a:xfrm>
            <a:off x="0" y="6678000"/>
            <a:ext cx="240000" cy="180000"/>
          </a:xfrm>
          <a:ln>
            <a:solidFill>
              <a:schemeClr val="accent1">
                <a:shade val="50000"/>
                <a:alpha val="0"/>
              </a:schemeClr>
            </a:solidFill>
          </a:ln>
        </p:spPr>
        <p:txBody>
          <a:bodyPr/>
          <a:lstStyle>
            <a:lvl1pPr>
              <a:defRPr>
                <a:ln>
                  <a:solidFill>
                    <a:schemeClr val="accent1">
                      <a:shade val="50000"/>
                      <a:alpha val="0"/>
                    </a:schemeClr>
                  </a:solidFill>
                </a:ln>
                <a:solidFill>
                  <a:schemeClr val="tx1">
                    <a:alpha val="0"/>
                  </a:schemeClr>
                </a:solidFill>
              </a:defRPr>
            </a:lvl1pPr>
          </a:lstStyle>
          <a:p>
            <a:fld id="{733122C9-A0B9-462F-8757-0847AD287B63}" type="slidenum">
              <a:rPr lang="en-GB" noProof="0" smtClean="0"/>
              <a:pPr/>
              <a:t>‹#›</a:t>
            </a:fld>
            <a:endParaRPr lang="en-GB" noProof="0"/>
          </a:p>
        </p:txBody>
      </p:sp>
      <p:sp>
        <p:nvSpPr>
          <p:cNvPr id="12" name="Titre 11"/>
          <p:cNvSpPr>
            <a:spLocks noGrp="1"/>
          </p:cNvSpPr>
          <p:nvPr>
            <p:ph type="title" hasCustomPrompt="1"/>
          </p:nvPr>
        </p:nvSpPr>
        <p:spPr bwMode="gray">
          <a:xfrm>
            <a:off x="6192008" y="1484784"/>
            <a:ext cx="4140000" cy="1489250"/>
          </a:xfrm>
        </p:spPr>
        <p:txBody>
          <a:bodyPr anchor="b" anchorCtr="0">
            <a:normAutofit/>
          </a:bodyPr>
          <a:lstStyle>
            <a:lvl1pPr>
              <a:lnSpc>
                <a:spcPct val="100000"/>
              </a:lnSpc>
              <a:defRPr sz="2800" b="1">
                <a:solidFill>
                  <a:schemeClr val="bg1"/>
                </a:solidFill>
              </a:defRPr>
            </a:lvl1pPr>
          </a:lstStyle>
          <a:p>
            <a:r>
              <a:rPr lang="en-GB" noProof="0"/>
              <a:t>Click to insert presentation title</a:t>
            </a:r>
          </a:p>
        </p:txBody>
      </p:sp>
      <p:sp>
        <p:nvSpPr>
          <p:cNvPr id="13" name="Espace réservé du texte 6"/>
          <p:cNvSpPr>
            <a:spLocks noGrp="1"/>
          </p:cNvSpPr>
          <p:nvPr>
            <p:ph type="body" sz="quarter" idx="14" hasCustomPrompt="1"/>
          </p:nvPr>
        </p:nvSpPr>
        <p:spPr bwMode="gray">
          <a:xfrm>
            <a:off x="6192008" y="3717513"/>
            <a:ext cx="4140000" cy="1107018"/>
          </a:xfrm>
        </p:spPr>
        <p:txBody>
          <a:bodyPr>
            <a:normAutofit/>
          </a:bodyPr>
          <a:lstStyle>
            <a:lvl1pPr marL="0" indent="0">
              <a:spcBef>
                <a:spcPts val="0"/>
              </a:spcBef>
              <a:buNone/>
              <a:defRPr sz="1800">
                <a:solidFill>
                  <a:schemeClr val="bg1"/>
                </a:solidFill>
              </a:defRPr>
            </a:lvl1pPr>
            <a:lvl2pPr marL="0" indent="0">
              <a:buNone/>
              <a:defRPr sz="1800"/>
            </a:lvl2pPr>
            <a:lvl3pPr marL="0" indent="0">
              <a:buNone/>
              <a:defRPr sz="1800"/>
            </a:lvl3pPr>
            <a:lvl4pPr marL="0" indent="0">
              <a:buNone/>
              <a:defRPr sz="1800"/>
            </a:lvl4pPr>
            <a:lvl5pPr marL="0" indent="0">
              <a:buNone/>
              <a:defRPr sz="1800"/>
            </a:lvl5pPr>
          </a:lstStyle>
          <a:p>
            <a:pPr lvl="0"/>
            <a:r>
              <a:rPr lang="en-GB" noProof="0"/>
              <a:t>Click to insert date</a:t>
            </a:r>
          </a:p>
        </p:txBody>
      </p:sp>
      <p:sp>
        <p:nvSpPr>
          <p:cNvPr id="19" name="ZoneTexte 18"/>
          <p:cNvSpPr txBox="1"/>
          <p:nvPr userDrawn="1"/>
        </p:nvSpPr>
        <p:spPr bwMode="gray">
          <a:xfrm>
            <a:off x="-1752872" y="0"/>
            <a:ext cx="1464162" cy="830997"/>
          </a:xfrm>
          <a:prstGeom prst="rect">
            <a:avLst/>
          </a:prstGeom>
          <a:solidFill>
            <a:schemeClr val="bg1"/>
          </a:solidFill>
          <a:ln w="28575">
            <a:solidFill>
              <a:schemeClr val="tx1"/>
            </a:solidFill>
            <a:bevel/>
          </a:ln>
        </p:spPr>
        <p:txBody>
          <a:bodyPr wrap="square" rtlCol="0">
            <a:spAutoFit/>
          </a:bodyPr>
          <a:lstStyle/>
          <a:p>
            <a:r>
              <a:rPr lang="en-GB" sz="800" b="0" noProof="0"/>
              <a:t>More cover slides are available on www.partners.alstom.com (in the section “Graphic guidelines and templates / PowerPoint templates”)</a:t>
            </a:r>
          </a:p>
        </p:txBody>
      </p:sp>
    </p:spTree>
    <p:extLst>
      <p:ext uri="{BB962C8B-B14F-4D97-AF65-F5344CB8AC3E}">
        <p14:creationId xmlns:p14="http://schemas.microsoft.com/office/powerpoint/2010/main" val="944275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_generic_blue_v3">
    <p:spTree>
      <p:nvGrpSpPr>
        <p:cNvPr id="1" name=""/>
        <p:cNvGrpSpPr/>
        <p:nvPr/>
      </p:nvGrpSpPr>
      <p:grpSpPr>
        <a:xfrm>
          <a:off x="0" y="0"/>
          <a:ext cx="0" cy="0"/>
          <a:chOff x="0" y="0"/>
          <a:chExt cx="0" cy="0"/>
        </a:xfrm>
      </p:grpSpPr>
      <p:sp>
        <p:nvSpPr>
          <p:cNvPr id="17" name="Ellipse 16">
            <a:extLst>
              <a:ext uri="{FF2B5EF4-FFF2-40B4-BE49-F238E27FC236}">
                <a16:creationId xmlns:a16="http://schemas.microsoft.com/office/drawing/2014/main" id="{1B78F9F7-2561-40A6-B3B6-97BC76FBCF81}"/>
              </a:ext>
            </a:extLst>
          </p:cNvPr>
          <p:cNvSpPr>
            <a:spLocks noChangeAspect="1"/>
          </p:cNvSpPr>
          <p:nvPr userDrawn="1"/>
        </p:nvSpPr>
        <p:spPr bwMode="gray">
          <a:xfrm>
            <a:off x="5494456" y="713700"/>
            <a:ext cx="4860000" cy="4860000"/>
          </a:xfrm>
          <a:prstGeom prst="ellipse">
            <a:avLst/>
          </a:prstGeom>
          <a:solidFill>
            <a:schemeClr val="accent3"/>
          </a:solidFill>
          <a:ln w="1016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 name="Sous-titre 2"/>
          <p:cNvSpPr>
            <a:spLocks noGrp="1"/>
          </p:cNvSpPr>
          <p:nvPr>
            <p:ph type="subTitle" idx="1" hasCustomPrompt="1"/>
          </p:nvPr>
        </p:nvSpPr>
        <p:spPr bwMode="gray">
          <a:xfrm>
            <a:off x="6192008" y="3142708"/>
            <a:ext cx="4140000" cy="574324"/>
          </a:xfrm>
          <a:prstGeom prst="rect">
            <a:avLst/>
          </a:prstGeom>
        </p:spPr>
        <p:txBody>
          <a:bodyPr anchor="t" anchorCtr="0">
            <a:normAutofit/>
          </a:bodyPr>
          <a:lstStyle>
            <a:lvl1pPr marL="0" indent="0" algn="l">
              <a:spcBef>
                <a:spcPts val="0"/>
              </a:spcBef>
              <a:buFont typeface="Arial" pitchFamily="34" charset="0"/>
              <a:buNone/>
              <a:defRPr sz="2000" b="0">
                <a:solidFill>
                  <a:schemeClr val="bg1"/>
                </a:solidFill>
              </a:defRPr>
            </a:lvl1pPr>
            <a:lvl2pPr marL="0" indent="0" algn="l">
              <a:buFont typeface="Arial" pitchFamily="34" charset="0"/>
              <a:buNone/>
              <a:defRPr sz="1800">
                <a:solidFill>
                  <a:schemeClr val="bg1"/>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a:t>Click to insert speaker name</a:t>
            </a:r>
          </a:p>
        </p:txBody>
      </p:sp>
      <p:sp>
        <p:nvSpPr>
          <p:cNvPr id="2" name="Espace réservé de la date 1"/>
          <p:cNvSpPr>
            <a:spLocks noGrp="1"/>
          </p:cNvSpPr>
          <p:nvPr>
            <p:ph type="dt" sz="half" idx="10"/>
          </p:nvPr>
        </p:nvSpPr>
        <p:spPr bwMode="gray">
          <a:xfrm>
            <a:off x="0" y="6678000"/>
            <a:ext cx="240000" cy="180000"/>
          </a:xfrm>
          <a:ln>
            <a:solidFill>
              <a:schemeClr val="accent1">
                <a:shade val="50000"/>
                <a:alpha val="0"/>
              </a:schemeClr>
            </a:solidFill>
          </a:ln>
        </p:spPr>
        <p:txBody>
          <a:bodyPr/>
          <a:lstStyle/>
          <a:p>
            <a:pPr algn="l"/>
            <a:r>
              <a:rPr lang="en-GB" noProof="0"/>
              <a:t>Date</a:t>
            </a:r>
          </a:p>
        </p:txBody>
      </p:sp>
      <p:sp>
        <p:nvSpPr>
          <p:cNvPr id="8" name="Espace réservé du pied de page 7"/>
          <p:cNvSpPr>
            <a:spLocks noGrp="1"/>
          </p:cNvSpPr>
          <p:nvPr>
            <p:ph type="ftr" sz="quarter" idx="11"/>
          </p:nvPr>
        </p:nvSpPr>
        <p:spPr bwMode="gray">
          <a:xfrm>
            <a:off x="0" y="6678000"/>
            <a:ext cx="240000" cy="180000"/>
          </a:xfrm>
          <a:ln>
            <a:solidFill>
              <a:schemeClr val="accent1">
                <a:shade val="50000"/>
                <a:alpha val="0"/>
              </a:schemeClr>
            </a:solidFill>
          </a:ln>
        </p:spPr>
        <p:txBody>
          <a:bodyPr/>
          <a:lstStyle>
            <a:lvl1pPr>
              <a:defRPr>
                <a:ln>
                  <a:solidFill>
                    <a:schemeClr val="accent1">
                      <a:shade val="50000"/>
                      <a:alpha val="0"/>
                    </a:schemeClr>
                  </a:solidFill>
                </a:ln>
                <a:solidFill>
                  <a:schemeClr val="tx1">
                    <a:alpha val="0"/>
                  </a:schemeClr>
                </a:solidFill>
              </a:defRPr>
            </a:lvl1p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a:xfrm>
            <a:off x="0" y="6678000"/>
            <a:ext cx="240000" cy="180000"/>
          </a:xfrm>
          <a:ln>
            <a:solidFill>
              <a:schemeClr val="accent1">
                <a:shade val="50000"/>
                <a:alpha val="0"/>
              </a:schemeClr>
            </a:solidFill>
          </a:ln>
        </p:spPr>
        <p:txBody>
          <a:bodyPr/>
          <a:lstStyle>
            <a:lvl1pPr>
              <a:defRPr>
                <a:ln>
                  <a:solidFill>
                    <a:schemeClr val="accent1">
                      <a:shade val="50000"/>
                      <a:alpha val="0"/>
                    </a:schemeClr>
                  </a:solidFill>
                </a:ln>
                <a:solidFill>
                  <a:schemeClr val="tx1">
                    <a:alpha val="0"/>
                  </a:schemeClr>
                </a:solidFill>
              </a:defRPr>
            </a:lvl1pPr>
          </a:lstStyle>
          <a:p>
            <a:fld id="{733122C9-A0B9-462F-8757-0847AD287B63}" type="slidenum">
              <a:rPr lang="en-GB" noProof="0" smtClean="0"/>
              <a:pPr/>
              <a:t>‹#›</a:t>
            </a:fld>
            <a:endParaRPr lang="en-GB" noProof="0"/>
          </a:p>
        </p:txBody>
      </p:sp>
      <p:sp>
        <p:nvSpPr>
          <p:cNvPr id="12" name="Titre 11"/>
          <p:cNvSpPr>
            <a:spLocks noGrp="1"/>
          </p:cNvSpPr>
          <p:nvPr>
            <p:ph type="title" hasCustomPrompt="1"/>
          </p:nvPr>
        </p:nvSpPr>
        <p:spPr bwMode="gray">
          <a:xfrm>
            <a:off x="6192008" y="1484784"/>
            <a:ext cx="4140000" cy="1489250"/>
          </a:xfrm>
        </p:spPr>
        <p:txBody>
          <a:bodyPr anchor="b" anchorCtr="0">
            <a:normAutofit/>
          </a:bodyPr>
          <a:lstStyle>
            <a:lvl1pPr>
              <a:lnSpc>
                <a:spcPct val="100000"/>
              </a:lnSpc>
              <a:defRPr sz="2800" b="1">
                <a:solidFill>
                  <a:schemeClr val="bg1"/>
                </a:solidFill>
              </a:defRPr>
            </a:lvl1pPr>
          </a:lstStyle>
          <a:p>
            <a:r>
              <a:rPr lang="en-GB" noProof="0"/>
              <a:t>Click to insert presentation title</a:t>
            </a:r>
          </a:p>
        </p:txBody>
      </p:sp>
      <p:sp>
        <p:nvSpPr>
          <p:cNvPr id="13" name="Espace réservé du texte 6"/>
          <p:cNvSpPr>
            <a:spLocks noGrp="1"/>
          </p:cNvSpPr>
          <p:nvPr>
            <p:ph type="body" sz="quarter" idx="14" hasCustomPrompt="1"/>
          </p:nvPr>
        </p:nvSpPr>
        <p:spPr bwMode="gray">
          <a:xfrm>
            <a:off x="6192008" y="3717513"/>
            <a:ext cx="4140000" cy="1107018"/>
          </a:xfrm>
        </p:spPr>
        <p:txBody>
          <a:bodyPr>
            <a:normAutofit/>
          </a:bodyPr>
          <a:lstStyle>
            <a:lvl1pPr marL="0" indent="0">
              <a:spcBef>
                <a:spcPts val="0"/>
              </a:spcBef>
              <a:buNone/>
              <a:defRPr sz="1800">
                <a:solidFill>
                  <a:schemeClr val="bg1"/>
                </a:solidFill>
              </a:defRPr>
            </a:lvl1pPr>
            <a:lvl2pPr marL="0" indent="0">
              <a:buNone/>
              <a:defRPr sz="1800"/>
            </a:lvl2pPr>
            <a:lvl3pPr marL="0" indent="0">
              <a:buNone/>
              <a:defRPr sz="1800"/>
            </a:lvl3pPr>
            <a:lvl4pPr marL="0" indent="0">
              <a:buNone/>
              <a:defRPr sz="1800"/>
            </a:lvl4pPr>
            <a:lvl5pPr marL="0" indent="0">
              <a:buNone/>
              <a:defRPr sz="1800"/>
            </a:lvl5pPr>
          </a:lstStyle>
          <a:p>
            <a:pPr lvl="0"/>
            <a:r>
              <a:rPr lang="en-GB" noProof="0"/>
              <a:t>Click to insert date</a:t>
            </a:r>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4980312" y="5769260"/>
            <a:ext cx="2229788" cy="792000"/>
          </a:xfrm>
          <a:prstGeom prst="rect">
            <a:avLst/>
          </a:prstGeom>
        </p:spPr>
      </p:pic>
      <p:sp>
        <p:nvSpPr>
          <p:cNvPr id="14" name="ZoneTexte 13"/>
          <p:cNvSpPr txBox="1"/>
          <p:nvPr userDrawn="1"/>
        </p:nvSpPr>
        <p:spPr bwMode="gray">
          <a:xfrm>
            <a:off x="-1752872" y="0"/>
            <a:ext cx="1464162" cy="830997"/>
          </a:xfrm>
          <a:prstGeom prst="rect">
            <a:avLst/>
          </a:prstGeom>
          <a:solidFill>
            <a:schemeClr val="bg1"/>
          </a:solidFill>
          <a:ln w="28575">
            <a:solidFill>
              <a:schemeClr val="tx1"/>
            </a:solidFill>
            <a:bevel/>
          </a:ln>
        </p:spPr>
        <p:txBody>
          <a:bodyPr wrap="square" rtlCol="0">
            <a:spAutoFit/>
          </a:bodyPr>
          <a:lstStyle/>
          <a:p>
            <a:r>
              <a:rPr lang="en-GB" sz="800" b="0" noProof="0"/>
              <a:t>More cover slides are available on www.partners.alstom.com (in the section “Graphic guidelines and templates / PowerPoint templates”)</a:t>
            </a:r>
          </a:p>
        </p:txBody>
      </p:sp>
      <p:pic>
        <p:nvPicPr>
          <p:cNvPr id="18" name="Image 17" descr="Une image contenant train, ciel, voie, extérieur&#10;&#10;Description générée automatiquement">
            <a:extLst>
              <a:ext uri="{FF2B5EF4-FFF2-40B4-BE49-F238E27FC236}">
                <a16:creationId xmlns:a16="http://schemas.microsoft.com/office/drawing/2014/main" id="{F9F5FD48-A973-4997-9604-7358CB3EFC8B}"/>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15363" r="26168" b="-1"/>
          <a:stretch/>
        </p:blipFill>
        <p:spPr>
          <a:xfrm>
            <a:off x="1835956" y="713700"/>
            <a:ext cx="4257000" cy="4860000"/>
          </a:xfrm>
          <a:custGeom>
            <a:avLst/>
            <a:gdLst>
              <a:gd name="connsiteX0" fmla="*/ 2430000 w 4257000"/>
              <a:gd name="connsiteY0" fmla="*/ 0 h 4860000"/>
              <a:gd name="connsiteX1" fmla="*/ 4148270 w 4257000"/>
              <a:gd name="connsiteY1" fmla="*/ 711731 h 4860000"/>
              <a:gd name="connsiteX2" fmla="*/ 4257000 w 4257000"/>
              <a:gd name="connsiteY2" fmla="*/ 831364 h 4860000"/>
              <a:gd name="connsiteX3" fmla="*/ 4208894 w 4257000"/>
              <a:gd name="connsiteY3" fmla="*/ 884294 h 4860000"/>
              <a:gd name="connsiteX4" fmla="*/ 3654000 w 4257000"/>
              <a:gd name="connsiteY4" fmla="*/ 2430000 h 4860000"/>
              <a:gd name="connsiteX5" fmla="*/ 4208894 w 4257000"/>
              <a:gd name="connsiteY5" fmla="*/ 3975706 h 4860000"/>
              <a:gd name="connsiteX6" fmla="*/ 4257000 w 4257000"/>
              <a:gd name="connsiteY6" fmla="*/ 4028636 h 4860000"/>
              <a:gd name="connsiteX7" fmla="*/ 4148270 w 4257000"/>
              <a:gd name="connsiteY7" fmla="*/ 4148270 h 4860000"/>
              <a:gd name="connsiteX8" fmla="*/ 2430000 w 4257000"/>
              <a:gd name="connsiteY8" fmla="*/ 4860000 h 4860000"/>
              <a:gd name="connsiteX9" fmla="*/ 0 w 4257000"/>
              <a:gd name="connsiteY9" fmla="*/ 2430000 h 4860000"/>
              <a:gd name="connsiteX10" fmla="*/ 2430000 w 4257000"/>
              <a:gd name="connsiteY10" fmla="*/ 0 h 48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7000" h="4860000">
                <a:moveTo>
                  <a:pt x="2430000" y="0"/>
                </a:moveTo>
                <a:cubicBezTo>
                  <a:pt x="3101026" y="0"/>
                  <a:pt x="3708526" y="271987"/>
                  <a:pt x="4148270" y="711731"/>
                </a:cubicBezTo>
                <a:lnTo>
                  <a:pt x="4257000" y="831364"/>
                </a:lnTo>
                <a:lnTo>
                  <a:pt x="4208894" y="884294"/>
                </a:lnTo>
                <a:cubicBezTo>
                  <a:pt x="3862240" y="1304342"/>
                  <a:pt x="3654000" y="1842852"/>
                  <a:pt x="3654000" y="2430000"/>
                </a:cubicBezTo>
                <a:cubicBezTo>
                  <a:pt x="3654000" y="3017148"/>
                  <a:pt x="3862240" y="3555659"/>
                  <a:pt x="4208894" y="3975706"/>
                </a:cubicBezTo>
                <a:lnTo>
                  <a:pt x="4257000" y="4028636"/>
                </a:lnTo>
                <a:lnTo>
                  <a:pt x="4148270" y="4148270"/>
                </a:lnTo>
                <a:cubicBezTo>
                  <a:pt x="3708526" y="4588013"/>
                  <a:pt x="3101026" y="4860000"/>
                  <a:pt x="2430000" y="4860000"/>
                </a:cubicBezTo>
                <a:cubicBezTo>
                  <a:pt x="1087948" y="4860000"/>
                  <a:pt x="0" y="3772052"/>
                  <a:pt x="0" y="2430000"/>
                </a:cubicBezTo>
                <a:cubicBezTo>
                  <a:pt x="0" y="1087948"/>
                  <a:pt x="1087948" y="0"/>
                  <a:pt x="2430000" y="0"/>
                </a:cubicBezTo>
                <a:close/>
              </a:path>
            </a:pathLst>
          </a:custGeom>
          <a:noFill/>
        </p:spPr>
      </p:pic>
    </p:spTree>
    <p:extLst>
      <p:ext uri="{BB962C8B-B14F-4D97-AF65-F5344CB8AC3E}">
        <p14:creationId xmlns:p14="http://schemas.microsoft.com/office/powerpoint/2010/main" val="2259942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_customizable_red">
    <p:spTree>
      <p:nvGrpSpPr>
        <p:cNvPr id="1" name=""/>
        <p:cNvGrpSpPr/>
        <p:nvPr/>
      </p:nvGrpSpPr>
      <p:grpSpPr>
        <a:xfrm>
          <a:off x="0" y="0"/>
          <a:ext cx="0" cy="0"/>
          <a:chOff x="0" y="0"/>
          <a:chExt cx="0" cy="0"/>
        </a:xfrm>
      </p:grpSpPr>
      <p:sp>
        <p:nvSpPr>
          <p:cNvPr id="13" name="Ellipse 12">
            <a:extLst>
              <a:ext uri="{FF2B5EF4-FFF2-40B4-BE49-F238E27FC236}">
                <a16:creationId xmlns:a16="http://schemas.microsoft.com/office/drawing/2014/main" id="{1B78F9F7-2561-40A6-B3B6-97BC76FBCF81}"/>
              </a:ext>
            </a:extLst>
          </p:cNvPr>
          <p:cNvSpPr>
            <a:spLocks noChangeAspect="1"/>
          </p:cNvSpPr>
          <p:nvPr userDrawn="1"/>
        </p:nvSpPr>
        <p:spPr bwMode="gray">
          <a:xfrm>
            <a:off x="5494456" y="713700"/>
            <a:ext cx="4860000" cy="4860000"/>
          </a:xfrm>
          <a:prstGeom prst="ellipse">
            <a:avLst/>
          </a:prstGeom>
          <a:solidFill>
            <a:schemeClr val="accent1"/>
          </a:solidFill>
          <a:ln w="1016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6" name="Espace réservé pour une image  15">
            <a:extLst>
              <a:ext uri="{FF2B5EF4-FFF2-40B4-BE49-F238E27FC236}">
                <a16:creationId xmlns:a16="http://schemas.microsoft.com/office/drawing/2014/main" id="{A3FF6568-34B8-4C7C-95F9-D26DA72F510E}"/>
              </a:ext>
            </a:extLst>
          </p:cNvPr>
          <p:cNvSpPr>
            <a:spLocks noGrp="1"/>
          </p:cNvSpPr>
          <p:nvPr>
            <p:ph type="pic" sz="quarter" idx="13" hasCustomPrompt="1"/>
          </p:nvPr>
        </p:nvSpPr>
        <p:spPr bwMode="gray">
          <a:xfrm>
            <a:off x="1835956" y="713700"/>
            <a:ext cx="4257000" cy="4860000"/>
          </a:xfrm>
          <a:custGeom>
            <a:avLst/>
            <a:gdLst>
              <a:gd name="connsiteX0" fmla="*/ 2430000 w 4257000"/>
              <a:gd name="connsiteY0" fmla="*/ 0 h 4860000"/>
              <a:gd name="connsiteX1" fmla="*/ 4148270 w 4257000"/>
              <a:gd name="connsiteY1" fmla="*/ 711731 h 4860000"/>
              <a:gd name="connsiteX2" fmla="*/ 4257000 w 4257000"/>
              <a:gd name="connsiteY2" fmla="*/ 831364 h 4860000"/>
              <a:gd name="connsiteX3" fmla="*/ 4208894 w 4257000"/>
              <a:gd name="connsiteY3" fmla="*/ 884294 h 4860000"/>
              <a:gd name="connsiteX4" fmla="*/ 3654000 w 4257000"/>
              <a:gd name="connsiteY4" fmla="*/ 2430000 h 4860000"/>
              <a:gd name="connsiteX5" fmla="*/ 4208894 w 4257000"/>
              <a:gd name="connsiteY5" fmla="*/ 3975706 h 4860000"/>
              <a:gd name="connsiteX6" fmla="*/ 4257000 w 4257000"/>
              <a:gd name="connsiteY6" fmla="*/ 4028636 h 4860000"/>
              <a:gd name="connsiteX7" fmla="*/ 4148270 w 4257000"/>
              <a:gd name="connsiteY7" fmla="*/ 4148270 h 4860000"/>
              <a:gd name="connsiteX8" fmla="*/ 2430000 w 4257000"/>
              <a:gd name="connsiteY8" fmla="*/ 4860000 h 4860000"/>
              <a:gd name="connsiteX9" fmla="*/ 0 w 4257000"/>
              <a:gd name="connsiteY9" fmla="*/ 2430000 h 4860000"/>
              <a:gd name="connsiteX10" fmla="*/ 2430000 w 4257000"/>
              <a:gd name="connsiteY10" fmla="*/ 0 h 48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7000" h="4860000">
                <a:moveTo>
                  <a:pt x="2430000" y="0"/>
                </a:moveTo>
                <a:cubicBezTo>
                  <a:pt x="3101026" y="0"/>
                  <a:pt x="3708526" y="271987"/>
                  <a:pt x="4148270" y="711731"/>
                </a:cubicBezTo>
                <a:lnTo>
                  <a:pt x="4257000" y="831364"/>
                </a:lnTo>
                <a:lnTo>
                  <a:pt x="4208894" y="884294"/>
                </a:lnTo>
                <a:cubicBezTo>
                  <a:pt x="3862240" y="1304342"/>
                  <a:pt x="3654000" y="1842852"/>
                  <a:pt x="3654000" y="2430000"/>
                </a:cubicBezTo>
                <a:cubicBezTo>
                  <a:pt x="3654000" y="3017148"/>
                  <a:pt x="3862240" y="3555659"/>
                  <a:pt x="4208894" y="3975706"/>
                </a:cubicBezTo>
                <a:lnTo>
                  <a:pt x="4257000" y="4028636"/>
                </a:lnTo>
                <a:lnTo>
                  <a:pt x="4148270" y="4148270"/>
                </a:lnTo>
                <a:cubicBezTo>
                  <a:pt x="3708526" y="4588013"/>
                  <a:pt x="3101026" y="4860000"/>
                  <a:pt x="2430000" y="4860000"/>
                </a:cubicBezTo>
                <a:cubicBezTo>
                  <a:pt x="1087948" y="4860000"/>
                  <a:pt x="0" y="3772052"/>
                  <a:pt x="0" y="2430000"/>
                </a:cubicBezTo>
                <a:cubicBezTo>
                  <a:pt x="0" y="1087948"/>
                  <a:pt x="1087948" y="0"/>
                  <a:pt x="2430000" y="0"/>
                </a:cubicBezTo>
                <a:close/>
              </a:path>
            </a:pathLst>
          </a:cu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Select the icon to insert a picture </a:t>
            </a:r>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4980312" y="5769260"/>
            <a:ext cx="2229788" cy="792000"/>
          </a:xfrm>
          <a:prstGeom prst="rect">
            <a:avLst/>
          </a:prstGeom>
        </p:spPr>
      </p:pic>
      <p:sp>
        <p:nvSpPr>
          <p:cNvPr id="3" name="Sous-titre 2"/>
          <p:cNvSpPr>
            <a:spLocks noGrp="1"/>
          </p:cNvSpPr>
          <p:nvPr>
            <p:ph type="subTitle" idx="1" hasCustomPrompt="1"/>
          </p:nvPr>
        </p:nvSpPr>
        <p:spPr bwMode="gray">
          <a:xfrm>
            <a:off x="6192008" y="3142708"/>
            <a:ext cx="4140000" cy="574324"/>
          </a:xfrm>
          <a:prstGeom prst="rect">
            <a:avLst/>
          </a:prstGeom>
        </p:spPr>
        <p:txBody>
          <a:bodyPr anchor="t" anchorCtr="0">
            <a:normAutofit/>
          </a:bodyPr>
          <a:lstStyle>
            <a:lvl1pPr marL="0" indent="0" algn="l">
              <a:spcBef>
                <a:spcPts val="0"/>
              </a:spcBef>
              <a:buFont typeface="Arial" pitchFamily="34" charset="0"/>
              <a:buNone/>
              <a:defRPr sz="2000" b="0">
                <a:solidFill>
                  <a:schemeClr val="bg1"/>
                </a:solidFill>
              </a:defRPr>
            </a:lvl1pPr>
            <a:lvl2pPr marL="0" indent="0" algn="l">
              <a:buFont typeface="Arial" pitchFamily="34" charset="0"/>
              <a:buNone/>
              <a:defRPr sz="1800">
                <a:solidFill>
                  <a:schemeClr val="bg1"/>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a:t>Click to insert speaker name</a:t>
            </a:r>
          </a:p>
        </p:txBody>
      </p:sp>
      <p:sp>
        <p:nvSpPr>
          <p:cNvPr id="2" name="Espace réservé de la date 1"/>
          <p:cNvSpPr>
            <a:spLocks noGrp="1"/>
          </p:cNvSpPr>
          <p:nvPr>
            <p:ph type="dt" sz="half" idx="10"/>
          </p:nvPr>
        </p:nvSpPr>
        <p:spPr bwMode="gray">
          <a:xfrm>
            <a:off x="0" y="6678000"/>
            <a:ext cx="240000" cy="180000"/>
          </a:xfrm>
          <a:ln>
            <a:solidFill>
              <a:schemeClr val="accent1">
                <a:shade val="50000"/>
                <a:alpha val="0"/>
              </a:schemeClr>
            </a:solidFill>
          </a:ln>
        </p:spPr>
        <p:txBody>
          <a:bodyPr/>
          <a:lstStyle/>
          <a:p>
            <a:pPr algn="l"/>
            <a:r>
              <a:rPr lang="en-GB" noProof="0"/>
              <a:t>Date</a:t>
            </a:r>
          </a:p>
        </p:txBody>
      </p:sp>
      <p:sp>
        <p:nvSpPr>
          <p:cNvPr id="8" name="Espace réservé du pied de page 7"/>
          <p:cNvSpPr>
            <a:spLocks noGrp="1"/>
          </p:cNvSpPr>
          <p:nvPr>
            <p:ph type="ftr" sz="quarter" idx="11"/>
          </p:nvPr>
        </p:nvSpPr>
        <p:spPr bwMode="gray">
          <a:xfrm>
            <a:off x="0" y="6678000"/>
            <a:ext cx="240000" cy="180000"/>
          </a:xfrm>
          <a:ln>
            <a:solidFill>
              <a:schemeClr val="accent1">
                <a:shade val="50000"/>
                <a:alpha val="0"/>
              </a:schemeClr>
            </a:solidFill>
          </a:ln>
        </p:spPr>
        <p:txBody>
          <a:bodyPr/>
          <a:lstStyle>
            <a:lvl1pPr>
              <a:defRPr>
                <a:ln>
                  <a:solidFill>
                    <a:schemeClr val="accent1">
                      <a:shade val="50000"/>
                      <a:alpha val="0"/>
                    </a:schemeClr>
                  </a:solidFill>
                </a:ln>
                <a:solidFill>
                  <a:schemeClr val="tx1">
                    <a:alpha val="0"/>
                  </a:schemeClr>
                </a:solidFill>
              </a:defRPr>
            </a:lvl1p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a:xfrm>
            <a:off x="0" y="6678000"/>
            <a:ext cx="240000" cy="180000"/>
          </a:xfrm>
          <a:ln>
            <a:solidFill>
              <a:schemeClr val="accent1">
                <a:shade val="50000"/>
                <a:alpha val="0"/>
              </a:schemeClr>
            </a:solidFill>
          </a:ln>
        </p:spPr>
        <p:txBody>
          <a:bodyPr/>
          <a:lstStyle>
            <a:lvl1pPr>
              <a:defRPr>
                <a:ln>
                  <a:solidFill>
                    <a:schemeClr val="accent1">
                      <a:shade val="50000"/>
                      <a:alpha val="0"/>
                    </a:schemeClr>
                  </a:solidFill>
                </a:ln>
                <a:solidFill>
                  <a:schemeClr val="tx1">
                    <a:alpha val="0"/>
                  </a:schemeClr>
                </a:solidFill>
              </a:defRPr>
            </a:lvl1pPr>
          </a:lstStyle>
          <a:p>
            <a:fld id="{733122C9-A0B9-462F-8757-0847AD287B63}" type="slidenum">
              <a:rPr lang="en-GB" noProof="0" smtClean="0"/>
              <a:pPr/>
              <a:t>‹#›</a:t>
            </a:fld>
            <a:endParaRPr lang="en-GB" noProof="0"/>
          </a:p>
        </p:txBody>
      </p:sp>
      <p:sp>
        <p:nvSpPr>
          <p:cNvPr id="12" name="Titre 11"/>
          <p:cNvSpPr>
            <a:spLocks noGrp="1"/>
          </p:cNvSpPr>
          <p:nvPr>
            <p:ph type="title" hasCustomPrompt="1"/>
          </p:nvPr>
        </p:nvSpPr>
        <p:spPr bwMode="gray">
          <a:xfrm>
            <a:off x="6192008" y="1484784"/>
            <a:ext cx="4140000" cy="1489250"/>
          </a:xfrm>
        </p:spPr>
        <p:txBody>
          <a:bodyPr anchor="b" anchorCtr="0">
            <a:normAutofit/>
          </a:bodyPr>
          <a:lstStyle>
            <a:lvl1pPr>
              <a:lnSpc>
                <a:spcPct val="100000"/>
              </a:lnSpc>
              <a:defRPr sz="2800" b="1">
                <a:solidFill>
                  <a:schemeClr val="bg1"/>
                </a:solidFill>
              </a:defRPr>
            </a:lvl1pPr>
          </a:lstStyle>
          <a:p>
            <a:r>
              <a:rPr lang="en-GB" noProof="0"/>
              <a:t>Click to insert presentation title</a:t>
            </a:r>
          </a:p>
        </p:txBody>
      </p:sp>
      <p:sp>
        <p:nvSpPr>
          <p:cNvPr id="17" name="Espace réservé du texte 6"/>
          <p:cNvSpPr>
            <a:spLocks noGrp="1"/>
          </p:cNvSpPr>
          <p:nvPr>
            <p:ph type="body" sz="quarter" idx="14" hasCustomPrompt="1"/>
          </p:nvPr>
        </p:nvSpPr>
        <p:spPr bwMode="gray">
          <a:xfrm>
            <a:off x="6192008" y="3717513"/>
            <a:ext cx="4140000" cy="1107018"/>
          </a:xfrm>
        </p:spPr>
        <p:txBody>
          <a:bodyPr>
            <a:normAutofit/>
          </a:bodyPr>
          <a:lstStyle>
            <a:lvl1pPr marL="0" indent="0">
              <a:spcBef>
                <a:spcPts val="0"/>
              </a:spcBef>
              <a:buNone/>
              <a:defRPr sz="1800">
                <a:solidFill>
                  <a:schemeClr val="bg1"/>
                </a:solidFill>
              </a:defRPr>
            </a:lvl1pPr>
            <a:lvl2pPr marL="0" indent="0">
              <a:buNone/>
              <a:defRPr sz="1800"/>
            </a:lvl2pPr>
            <a:lvl3pPr marL="0" indent="0">
              <a:buNone/>
              <a:defRPr sz="1800"/>
            </a:lvl3pPr>
            <a:lvl4pPr marL="0" indent="0">
              <a:buNone/>
              <a:defRPr sz="1800"/>
            </a:lvl4pPr>
            <a:lvl5pPr marL="0" indent="0">
              <a:buNone/>
              <a:defRPr sz="1800"/>
            </a:lvl5pPr>
          </a:lstStyle>
          <a:p>
            <a:pPr lvl="0"/>
            <a:r>
              <a:rPr lang="en-GB" noProof="0"/>
              <a:t>Click to insert date</a:t>
            </a:r>
          </a:p>
        </p:txBody>
      </p:sp>
      <p:sp>
        <p:nvSpPr>
          <p:cNvPr id="14" name="ZoneTexte 13"/>
          <p:cNvSpPr txBox="1"/>
          <p:nvPr userDrawn="1"/>
        </p:nvSpPr>
        <p:spPr bwMode="gray">
          <a:xfrm>
            <a:off x="-3025013" y="1736812"/>
            <a:ext cx="2736304" cy="1569660"/>
          </a:xfrm>
          <a:prstGeom prst="rect">
            <a:avLst/>
          </a:prstGeom>
          <a:solidFill>
            <a:schemeClr val="bg1"/>
          </a:solidFill>
          <a:ln w="28575">
            <a:solidFill>
              <a:schemeClr val="tx1"/>
            </a:solidFill>
            <a:bevel/>
          </a:ln>
        </p:spPr>
        <p:txBody>
          <a:bodyPr wrap="square" rtlCol="0">
            <a:spAutoFit/>
          </a:bodyPr>
          <a:lstStyle/>
          <a:p>
            <a:r>
              <a:rPr lang="en-GB" sz="800"/>
              <a:t>To change a picture:</a:t>
            </a:r>
          </a:p>
          <a:p>
            <a:endParaRPr lang="en-GB" sz="80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GB" sz="800"/>
              <a:t>Select the picture</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GB" sz="800" b="1" u="none"/>
              <a:t>Remove it </a:t>
            </a:r>
            <a:r>
              <a:rPr lang="en-GB" sz="800"/>
              <a:t>(“</a:t>
            </a:r>
            <a:r>
              <a:rPr lang="en-GB" sz="800" err="1"/>
              <a:t>Suppr</a:t>
            </a:r>
            <a:r>
              <a:rPr lang="en-GB" sz="800"/>
              <a:t>” button)</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GB" sz="800"/>
              <a:t>Click on the icon to insert a new picture</a:t>
            </a:r>
          </a:p>
          <a:p>
            <a:pPr marL="171450" indent="-171450">
              <a:buFontTx/>
              <a:buChar char="-"/>
            </a:pPr>
            <a:endParaRPr lang="en-GB" sz="800" b="0" baseline="0" noProof="0"/>
          </a:p>
          <a:p>
            <a:pPr marL="0" indent="0">
              <a:buFontTx/>
              <a:buNone/>
            </a:pPr>
            <a:r>
              <a:rPr lang="en-GB" sz="800" b="0" baseline="0" noProof="0"/>
              <a:t>Attention:</a:t>
            </a:r>
            <a:r>
              <a:rPr lang="en-GB" sz="800"/>
              <a:t> The new picture will be automatically put at the forefront, appearing on top of the caption box.</a:t>
            </a:r>
            <a:endParaRPr lang="en-GB" sz="800" b="0" baseline="0" noProof="0"/>
          </a:p>
          <a:p>
            <a:pPr marL="0" indent="0">
              <a:buFontTx/>
              <a:buNone/>
            </a:pPr>
            <a:endParaRPr lang="en-GB" sz="800" b="0" baseline="0" noProof="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GB" sz="800"/>
              <a:t>Select the new picture</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GB" sz="800"/>
              <a:t>Place the picture into background position (right mouse click / “Send to Back” / “Send Backward”)</a:t>
            </a:r>
          </a:p>
        </p:txBody>
      </p:sp>
      <p:sp>
        <p:nvSpPr>
          <p:cNvPr id="15" name="ZoneTexte 14"/>
          <p:cNvSpPr txBox="1"/>
          <p:nvPr userDrawn="1"/>
        </p:nvSpPr>
        <p:spPr bwMode="gray">
          <a:xfrm>
            <a:off x="-3025013" y="0"/>
            <a:ext cx="2736304" cy="1200329"/>
          </a:xfrm>
          <a:prstGeom prst="rect">
            <a:avLst/>
          </a:prstGeom>
          <a:solidFill>
            <a:schemeClr val="bg1"/>
          </a:solidFill>
          <a:ln w="28575">
            <a:solidFill>
              <a:schemeClr val="tx1"/>
            </a:solidFill>
            <a:bevel/>
          </a:ln>
        </p:spPr>
        <p:txBody>
          <a:bodyPr wrap="square" rtlCol="0">
            <a:spAutoFit/>
          </a:bodyPr>
          <a:lstStyle/>
          <a:p>
            <a:r>
              <a:rPr lang="en-GB" sz="800" b="0" noProof="0"/>
              <a:t>To move/resize the picture inside </a:t>
            </a:r>
            <a:br>
              <a:rPr lang="en-GB" sz="800" b="0" noProof="0"/>
            </a:br>
            <a:r>
              <a:rPr lang="en-GB" sz="800" b="0" noProof="0"/>
              <a:t>the picture area:</a:t>
            </a:r>
          </a:p>
          <a:p>
            <a:endParaRPr lang="en-GB" sz="800" b="0" noProof="0"/>
          </a:p>
          <a:p>
            <a:pPr marL="171450" indent="-171450">
              <a:buFontTx/>
              <a:buChar char="-"/>
            </a:pPr>
            <a:r>
              <a:rPr lang="en-GB" sz="800" b="0" noProof="0"/>
              <a:t>Click on the icon to insert a picture</a:t>
            </a:r>
          </a:p>
          <a:p>
            <a:pPr marL="171450" indent="-171450">
              <a:buFontTx/>
              <a:buChar char="-"/>
            </a:pPr>
            <a:r>
              <a:rPr lang="en-GB" sz="800" b="0" noProof="0"/>
              <a:t>Select the picture</a:t>
            </a:r>
          </a:p>
          <a:p>
            <a:pPr marL="171450" indent="-171450">
              <a:buFontTx/>
              <a:buChar char="-"/>
            </a:pPr>
            <a:r>
              <a:rPr lang="en-GB" sz="800" b="0" noProof="0"/>
              <a:t>Click right on the picture and </a:t>
            </a:r>
            <a:r>
              <a:rPr lang="en-GB" sz="800" b="1" noProof="0"/>
              <a:t>select “Crop”</a:t>
            </a:r>
          </a:p>
          <a:p>
            <a:pPr marL="171450" indent="-171450">
              <a:buFontTx/>
              <a:buChar char="-"/>
            </a:pPr>
            <a:r>
              <a:rPr lang="en-GB" sz="800" b="0" noProof="0"/>
              <a:t>Move and resize (if needed) your picture (don’t use the black cropping handles)</a:t>
            </a:r>
          </a:p>
          <a:p>
            <a:pPr marL="171450" indent="-171450">
              <a:buFontTx/>
              <a:buChar char="-"/>
            </a:pPr>
            <a:r>
              <a:rPr lang="en-GB" sz="800" b="0" noProof="0"/>
              <a:t>Hit the Esc key to exit the cropping mode</a:t>
            </a:r>
          </a:p>
        </p:txBody>
      </p:sp>
    </p:spTree>
    <p:extLst>
      <p:ext uri="{BB962C8B-B14F-4D97-AF65-F5344CB8AC3E}">
        <p14:creationId xmlns:p14="http://schemas.microsoft.com/office/powerpoint/2010/main" val="535596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_customizable_blue">
    <p:spTree>
      <p:nvGrpSpPr>
        <p:cNvPr id="1" name=""/>
        <p:cNvGrpSpPr/>
        <p:nvPr/>
      </p:nvGrpSpPr>
      <p:grpSpPr>
        <a:xfrm>
          <a:off x="0" y="0"/>
          <a:ext cx="0" cy="0"/>
          <a:chOff x="0" y="0"/>
          <a:chExt cx="0" cy="0"/>
        </a:xfrm>
      </p:grpSpPr>
      <p:sp>
        <p:nvSpPr>
          <p:cNvPr id="14" name="Ellipse 13">
            <a:extLst>
              <a:ext uri="{FF2B5EF4-FFF2-40B4-BE49-F238E27FC236}">
                <a16:creationId xmlns:a16="http://schemas.microsoft.com/office/drawing/2014/main" id="{1B78F9F7-2561-40A6-B3B6-97BC76FBCF81}"/>
              </a:ext>
            </a:extLst>
          </p:cNvPr>
          <p:cNvSpPr>
            <a:spLocks noChangeAspect="1"/>
          </p:cNvSpPr>
          <p:nvPr userDrawn="1"/>
        </p:nvSpPr>
        <p:spPr bwMode="gray">
          <a:xfrm>
            <a:off x="5494456" y="713700"/>
            <a:ext cx="4860000" cy="4860000"/>
          </a:xfrm>
          <a:prstGeom prst="ellipse">
            <a:avLst/>
          </a:prstGeom>
          <a:solidFill>
            <a:schemeClr val="accent3"/>
          </a:solidFill>
          <a:ln w="1016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5" name="Espace réservé pour une image  15">
            <a:extLst>
              <a:ext uri="{FF2B5EF4-FFF2-40B4-BE49-F238E27FC236}">
                <a16:creationId xmlns:a16="http://schemas.microsoft.com/office/drawing/2014/main" id="{A3FF6568-34B8-4C7C-95F9-D26DA72F510E}"/>
              </a:ext>
            </a:extLst>
          </p:cNvPr>
          <p:cNvSpPr>
            <a:spLocks noGrp="1"/>
          </p:cNvSpPr>
          <p:nvPr>
            <p:ph type="pic" sz="quarter" idx="13" hasCustomPrompt="1"/>
          </p:nvPr>
        </p:nvSpPr>
        <p:spPr bwMode="gray">
          <a:xfrm>
            <a:off x="1835956" y="713700"/>
            <a:ext cx="4257000" cy="4860000"/>
          </a:xfrm>
          <a:custGeom>
            <a:avLst/>
            <a:gdLst>
              <a:gd name="connsiteX0" fmla="*/ 2430000 w 4257000"/>
              <a:gd name="connsiteY0" fmla="*/ 0 h 4860000"/>
              <a:gd name="connsiteX1" fmla="*/ 4148270 w 4257000"/>
              <a:gd name="connsiteY1" fmla="*/ 711731 h 4860000"/>
              <a:gd name="connsiteX2" fmla="*/ 4257000 w 4257000"/>
              <a:gd name="connsiteY2" fmla="*/ 831364 h 4860000"/>
              <a:gd name="connsiteX3" fmla="*/ 4208894 w 4257000"/>
              <a:gd name="connsiteY3" fmla="*/ 884294 h 4860000"/>
              <a:gd name="connsiteX4" fmla="*/ 3654000 w 4257000"/>
              <a:gd name="connsiteY4" fmla="*/ 2430000 h 4860000"/>
              <a:gd name="connsiteX5" fmla="*/ 4208894 w 4257000"/>
              <a:gd name="connsiteY5" fmla="*/ 3975706 h 4860000"/>
              <a:gd name="connsiteX6" fmla="*/ 4257000 w 4257000"/>
              <a:gd name="connsiteY6" fmla="*/ 4028636 h 4860000"/>
              <a:gd name="connsiteX7" fmla="*/ 4148270 w 4257000"/>
              <a:gd name="connsiteY7" fmla="*/ 4148270 h 4860000"/>
              <a:gd name="connsiteX8" fmla="*/ 2430000 w 4257000"/>
              <a:gd name="connsiteY8" fmla="*/ 4860000 h 4860000"/>
              <a:gd name="connsiteX9" fmla="*/ 0 w 4257000"/>
              <a:gd name="connsiteY9" fmla="*/ 2430000 h 4860000"/>
              <a:gd name="connsiteX10" fmla="*/ 2430000 w 4257000"/>
              <a:gd name="connsiteY10" fmla="*/ 0 h 48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7000" h="4860000">
                <a:moveTo>
                  <a:pt x="2430000" y="0"/>
                </a:moveTo>
                <a:cubicBezTo>
                  <a:pt x="3101026" y="0"/>
                  <a:pt x="3708526" y="271987"/>
                  <a:pt x="4148270" y="711731"/>
                </a:cubicBezTo>
                <a:lnTo>
                  <a:pt x="4257000" y="831364"/>
                </a:lnTo>
                <a:lnTo>
                  <a:pt x="4208894" y="884294"/>
                </a:lnTo>
                <a:cubicBezTo>
                  <a:pt x="3862240" y="1304342"/>
                  <a:pt x="3654000" y="1842852"/>
                  <a:pt x="3654000" y="2430000"/>
                </a:cubicBezTo>
                <a:cubicBezTo>
                  <a:pt x="3654000" y="3017148"/>
                  <a:pt x="3862240" y="3555659"/>
                  <a:pt x="4208894" y="3975706"/>
                </a:cubicBezTo>
                <a:lnTo>
                  <a:pt x="4257000" y="4028636"/>
                </a:lnTo>
                <a:lnTo>
                  <a:pt x="4148270" y="4148270"/>
                </a:lnTo>
                <a:cubicBezTo>
                  <a:pt x="3708526" y="4588013"/>
                  <a:pt x="3101026" y="4860000"/>
                  <a:pt x="2430000" y="4860000"/>
                </a:cubicBezTo>
                <a:cubicBezTo>
                  <a:pt x="1087948" y="4860000"/>
                  <a:pt x="0" y="3772052"/>
                  <a:pt x="0" y="2430000"/>
                </a:cubicBezTo>
                <a:cubicBezTo>
                  <a:pt x="0" y="1087948"/>
                  <a:pt x="1087948" y="0"/>
                  <a:pt x="2430000" y="0"/>
                </a:cubicBezTo>
                <a:close/>
              </a:path>
            </a:pathLst>
          </a:cu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Select the icon to insert a picture </a:t>
            </a:r>
          </a:p>
        </p:txBody>
      </p:sp>
      <p:pic>
        <p:nvPicPr>
          <p:cNvPr id="17" name="Image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4980312" y="5769260"/>
            <a:ext cx="2229788" cy="792000"/>
          </a:xfrm>
          <a:prstGeom prst="rect">
            <a:avLst/>
          </a:prstGeom>
        </p:spPr>
      </p:pic>
      <p:sp>
        <p:nvSpPr>
          <p:cNvPr id="3" name="Sous-titre 2"/>
          <p:cNvSpPr>
            <a:spLocks noGrp="1"/>
          </p:cNvSpPr>
          <p:nvPr>
            <p:ph type="subTitle" idx="1" hasCustomPrompt="1"/>
          </p:nvPr>
        </p:nvSpPr>
        <p:spPr bwMode="gray">
          <a:xfrm>
            <a:off x="6192008" y="3142708"/>
            <a:ext cx="4140000" cy="574324"/>
          </a:xfrm>
          <a:prstGeom prst="rect">
            <a:avLst/>
          </a:prstGeom>
        </p:spPr>
        <p:txBody>
          <a:bodyPr anchor="t" anchorCtr="0">
            <a:normAutofit/>
          </a:bodyPr>
          <a:lstStyle>
            <a:lvl1pPr marL="0" indent="0" algn="l">
              <a:spcBef>
                <a:spcPts val="0"/>
              </a:spcBef>
              <a:buFont typeface="Arial" pitchFamily="34" charset="0"/>
              <a:buNone/>
              <a:defRPr sz="2000" b="0">
                <a:solidFill>
                  <a:schemeClr val="bg1"/>
                </a:solidFill>
              </a:defRPr>
            </a:lvl1pPr>
            <a:lvl2pPr marL="0" indent="0" algn="l">
              <a:buFont typeface="Arial" pitchFamily="34" charset="0"/>
              <a:buNone/>
              <a:defRPr sz="1800">
                <a:solidFill>
                  <a:schemeClr val="bg1"/>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a:t>Click to insert speaker name</a:t>
            </a:r>
          </a:p>
        </p:txBody>
      </p:sp>
      <p:sp>
        <p:nvSpPr>
          <p:cNvPr id="2" name="Espace réservé de la date 1"/>
          <p:cNvSpPr>
            <a:spLocks noGrp="1"/>
          </p:cNvSpPr>
          <p:nvPr>
            <p:ph type="dt" sz="half" idx="10"/>
          </p:nvPr>
        </p:nvSpPr>
        <p:spPr bwMode="gray">
          <a:xfrm>
            <a:off x="0" y="6678000"/>
            <a:ext cx="240000" cy="180000"/>
          </a:xfrm>
          <a:ln>
            <a:solidFill>
              <a:schemeClr val="accent1">
                <a:shade val="50000"/>
                <a:alpha val="0"/>
              </a:schemeClr>
            </a:solidFill>
          </a:ln>
        </p:spPr>
        <p:txBody>
          <a:bodyPr/>
          <a:lstStyle/>
          <a:p>
            <a:pPr algn="l"/>
            <a:r>
              <a:rPr lang="en-GB" noProof="0"/>
              <a:t>Date</a:t>
            </a:r>
          </a:p>
        </p:txBody>
      </p:sp>
      <p:sp>
        <p:nvSpPr>
          <p:cNvPr id="8" name="Espace réservé du pied de page 7"/>
          <p:cNvSpPr>
            <a:spLocks noGrp="1"/>
          </p:cNvSpPr>
          <p:nvPr>
            <p:ph type="ftr" sz="quarter" idx="11"/>
          </p:nvPr>
        </p:nvSpPr>
        <p:spPr bwMode="gray">
          <a:xfrm>
            <a:off x="0" y="6678000"/>
            <a:ext cx="240000" cy="180000"/>
          </a:xfrm>
          <a:ln>
            <a:solidFill>
              <a:schemeClr val="accent1">
                <a:shade val="50000"/>
                <a:alpha val="0"/>
              </a:schemeClr>
            </a:solidFill>
          </a:ln>
        </p:spPr>
        <p:txBody>
          <a:bodyPr/>
          <a:lstStyle>
            <a:lvl1pPr>
              <a:defRPr>
                <a:ln>
                  <a:solidFill>
                    <a:schemeClr val="accent1">
                      <a:shade val="50000"/>
                      <a:alpha val="0"/>
                    </a:schemeClr>
                  </a:solidFill>
                </a:ln>
                <a:solidFill>
                  <a:schemeClr val="tx1">
                    <a:alpha val="0"/>
                  </a:schemeClr>
                </a:solidFill>
              </a:defRPr>
            </a:lvl1p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a:xfrm>
            <a:off x="0" y="6678000"/>
            <a:ext cx="240000" cy="180000"/>
          </a:xfrm>
          <a:ln>
            <a:solidFill>
              <a:schemeClr val="accent1">
                <a:shade val="50000"/>
                <a:alpha val="0"/>
              </a:schemeClr>
            </a:solidFill>
          </a:ln>
        </p:spPr>
        <p:txBody>
          <a:bodyPr/>
          <a:lstStyle>
            <a:lvl1pPr>
              <a:defRPr>
                <a:ln>
                  <a:solidFill>
                    <a:schemeClr val="accent1">
                      <a:shade val="50000"/>
                      <a:alpha val="0"/>
                    </a:schemeClr>
                  </a:solidFill>
                </a:ln>
                <a:solidFill>
                  <a:schemeClr val="tx1">
                    <a:alpha val="0"/>
                  </a:schemeClr>
                </a:solidFill>
              </a:defRPr>
            </a:lvl1pPr>
          </a:lstStyle>
          <a:p>
            <a:fld id="{733122C9-A0B9-462F-8757-0847AD287B63}" type="slidenum">
              <a:rPr lang="en-GB" noProof="0" smtClean="0"/>
              <a:pPr/>
              <a:t>‹#›</a:t>
            </a:fld>
            <a:endParaRPr lang="en-GB" noProof="0"/>
          </a:p>
        </p:txBody>
      </p:sp>
      <p:sp>
        <p:nvSpPr>
          <p:cNvPr id="12" name="Titre 11"/>
          <p:cNvSpPr>
            <a:spLocks noGrp="1"/>
          </p:cNvSpPr>
          <p:nvPr>
            <p:ph type="title" hasCustomPrompt="1"/>
          </p:nvPr>
        </p:nvSpPr>
        <p:spPr bwMode="gray">
          <a:xfrm>
            <a:off x="6192008" y="1484784"/>
            <a:ext cx="4140000" cy="1489250"/>
          </a:xfrm>
        </p:spPr>
        <p:txBody>
          <a:bodyPr anchor="b" anchorCtr="0">
            <a:normAutofit/>
          </a:bodyPr>
          <a:lstStyle>
            <a:lvl1pPr>
              <a:lnSpc>
                <a:spcPct val="100000"/>
              </a:lnSpc>
              <a:defRPr sz="2800" b="1">
                <a:solidFill>
                  <a:schemeClr val="bg1"/>
                </a:solidFill>
              </a:defRPr>
            </a:lvl1pPr>
          </a:lstStyle>
          <a:p>
            <a:r>
              <a:rPr lang="en-GB" noProof="0"/>
              <a:t>Click to insert presentation title</a:t>
            </a:r>
          </a:p>
        </p:txBody>
      </p:sp>
      <p:sp>
        <p:nvSpPr>
          <p:cNvPr id="13" name="Espace réservé du texte 6"/>
          <p:cNvSpPr>
            <a:spLocks noGrp="1"/>
          </p:cNvSpPr>
          <p:nvPr>
            <p:ph type="body" sz="quarter" idx="14" hasCustomPrompt="1"/>
          </p:nvPr>
        </p:nvSpPr>
        <p:spPr bwMode="gray">
          <a:xfrm>
            <a:off x="6192008" y="3717513"/>
            <a:ext cx="4140000" cy="1107018"/>
          </a:xfrm>
        </p:spPr>
        <p:txBody>
          <a:bodyPr>
            <a:normAutofit/>
          </a:bodyPr>
          <a:lstStyle>
            <a:lvl1pPr marL="0" indent="0">
              <a:spcBef>
                <a:spcPts val="0"/>
              </a:spcBef>
              <a:buNone/>
              <a:defRPr sz="1800">
                <a:solidFill>
                  <a:schemeClr val="bg1"/>
                </a:solidFill>
              </a:defRPr>
            </a:lvl1pPr>
            <a:lvl2pPr marL="0" indent="0">
              <a:buNone/>
              <a:defRPr sz="1800"/>
            </a:lvl2pPr>
            <a:lvl3pPr marL="0" indent="0">
              <a:buNone/>
              <a:defRPr sz="1800"/>
            </a:lvl3pPr>
            <a:lvl4pPr marL="0" indent="0">
              <a:buNone/>
              <a:defRPr sz="1800"/>
            </a:lvl4pPr>
            <a:lvl5pPr marL="0" indent="0">
              <a:buNone/>
              <a:defRPr sz="1800"/>
            </a:lvl5pPr>
          </a:lstStyle>
          <a:p>
            <a:pPr lvl="0"/>
            <a:r>
              <a:rPr lang="en-GB" noProof="0"/>
              <a:t>Click to insert date</a:t>
            </a:r>
          </a:p>
        </p:txBody>
      </p:sp>
      <p:sp>
        <p:nvSpPr>
          <p:cNvPr id="22" name="ZoneTexte 21"/>
          <p:cNvSpPr txBox="1"/>
          <p:nvPr userDrawn="1"/>
        </p:nvSpPr>
        <p:spPr bwMode="gray">
          <a:xfrm>
            <a:off x="-3025013" y="0"/>
            <a:ext cx="2736304" cy="1200329"/>
          </a:xfrm>
          <a:prstGeom prst="rect">
            <a:avLst/>
          </a:prstGeom>
          <a:solidFill>
            <a:schemeClr val="bg1"/>
          </a:solidFill>
          <a:ln w="28575">
            <a:solidFill>
              <a:schemeClr val="tx1"/>
            </a:solidFill>
            <a:bevel/>
          </a:ln>
        </p:spPr>
        <p:txBody>
          <a:bodyPr wrap="square" rtlCol="0">
            <a:spAutoFit/>
          </a:bodyPr>
          <a:lstStyle/>
          <a:p>
            <a:r>
              <a:rPr lang="en-GB" sz="800" b="0" noProof="0"/>
              <a:t>To move/resize the picture inside </a:t>
            </a:r>
            <a:br>
              <a:rPr lang="en-GB" sz="800" b="0" noProof="0"/>
            </a:br>
            <a:r>
              <a:rPr lang="en-GB" sz="800" b="0" noProof="0"/>
              <a:t>the picture area:</a:t>
            </a:r>
          </a:p>
          <a:p>
            <a:endParaRPr lang="en-GB" sz="800" b="0" noProof="0"/>
          </a:p>
          <a:p>
            <a:pPr marL="171450" indent="-171450">
              <a:buFontTx/>
              <a:buChar char="-"/>
            </a:pPr>
            <a:r>
              <a:rPr lang="en-GB" sz="800" b="0" noProof="0"/>
              <a:t>Click on the icon to insert a picture</a:t>
            </a:r>
          </a:p>
          <a:p>
            <a:pPr marL="171450" indent="-171450">
              <a:buFontTx/>
              <a:buChar char="-"/>
            </a:pPr>
            <a:r>
              <a:rPr lang="en-GB" sz="800" b="0" noProof="0"/>
              <a:t>Select the picture</a:t>
            </a:r>
          </a:p>
          <a:p>
            <a:pPr marL="171450" indent="-171450">
              <a:buFontTx/>
              <a:buChar char="-"/>
            </a:pPr>
            <a:r>
              <a:rPr lang="en-GB" sz="800" b="0" noProof="0"/>
              <a:t>Click right on the picture and </a:t>
            </a:r>
            <a:r>
              <a:rPr lang="en-GB" sz="800" b="1" noProof="0"/>
              <a:t>select “Crop”</a:t>
            </a:r>
          </a:p>
          <a:p>
            <a:pPr marL="171450" indent="-171450">
              <a:buFontTx/>
              <a:buChar char="-"/>
            </a:pPr>
            <a:r>
              <a:rPr lang="en-GB" sz="800" b="0" noProof="0"/>
              <a:t>Move and resize (if needed) your picture (don’t use the black cropping handles)</a:t>
            </a:r>
          </a:p>
          <a:p>
            <a:pPr marL="171450" indent="-171450">
              <a:buFontTx/>
              <a:buChar char="-"/>
            </a:pPr>
            <a:r>
              <a:rPr lang="en-GB" sz="800" b="0" noProof="0"/>
              <a:t>Hit the Esc key to exit the cropping mode</a:t>
            </a:r>
          </a:p>
        </p:txBody>
      </p:sp>
      <p:sp>
        <p:nvSpPr>
          <p:cNvPr id="23" name="ZoneTexte 22"/>
          <p:cNvSpPr txBox="1"/>
          <p:nvPr userDrawn="1"/>
        </p:nvSpPr>
        <p:spPr bwMode="gray">
          <a:xfrm>
            <a:off x="-3025013" y="1736812"/>
            <a:ext cx="2736304" cy="1569660"/>
          </a:xfrm>
          <a:prstGeom prst="rect">
            <a:avLst/>
          </a:prstGeom>
          <a:solidFill>
            <a:schemeClr val="bg1"/>
          </a:solidFill>
          <a:ln w="28575">
            <a:solidFill>
              <a:schemeClr val="tx1"/>
            </a:solidFill>
            <a:bevel/>
          </a:ln>
        </p:spPr>
        <p:txBody>
          <a:bodyPr wrap="square" rtlCol="0">
            <a:spAutoFit/>
          </a:bodyPr>
          <a:lstStyle/>
          <a:p>
            <a:r>
              <a:rPr lang="en-GB" sz="800"/>
              <a:t>To change a picture:</a:t>
            </a:r>
          </a:p>
          <a:p>
            <a:endParaRPr lang="en-GB" sz="80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GB" sz="800"/>
              <a:t>Select the picture</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GB" sz="800" b="1" u="none"/>
              <a:t>Remove it </a:t>
            </a:r>
            <a:r>
              <a:rPr lang="en-GB" sz="800"/>
              <a:t>(“</a:t>
            </a:r>
            <a:r>
              <a:rPr lang="en-GB" sz="800" err="1"/>
              <a:t>Suppr</a:t>
            </a:r>
            <a:r>
              <a:rPr lang="en-GB" sz="800"/>
              <a:t>” button)</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GB" sz="800"/>
              <a:t>Click on the icon to insert a new picture</a:t>
            </a:r>
          </a:p>
          <a:p>
            <a:pPr marL="171450" indent="-171450">
              <a:buFontTx/>
              <a:buChar char="-"/>
            </a:pPr>
            <a:endParaRPr lang="en-GB" sz="800" b="0" baseline="0" noProof="0"/>
          </a:p>
          <a:p>
            <a:pPr marL="0" indent="0">
              <a:buFontTx/>
              <a:buNone/>
            </a:pPr>
            <a:r>
              <a:rPr lang="en-GB" sz="800" b="0" baseline="0" noProof="0"/>
              <a:t>Attention:</a:t>
            </a:r>
            <a:r>
              <a:rPr lang="en-GB" sz="800"/>
              <a:t> The new picture will be automatically put at the forefront, appearing on top of the caption box.</a:t>
            </a:r>
            <a:endParaRPr lang="en-GB" sz="800" b="0" baseline="0" noProof="0"/>
          </a:p>
          <a:p>
            <a:pPr marL="0" indent="0">
              <a:buFontTx/>
              <a:buNone/>
            </a:pPr>
            <a:endParaRPr lang="en-GB" sz="800" b="0" baseline="0" noProof="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GB" sz="800"/>
              <a:t>Select the new picture</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GB" sz="800"/>
              <a:t>Place the picture into background position (right mouse click / “Send to Back” / “Send Backward”)</a:t>
            </a:r>
          </a:p>
        </p:txBody>
      </p:sp>
    </p:spTree>
    <p:extLst>
      <p:ext uri="{BB962C8B-B14F-4D97-AF65-F5344CB8AC3E}">
        <p14:creationId xmlns:p14="http://schemas.microsoft.com/office/powerpoint/2010/main" val="11607402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_short_title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824026" y="742854"/>
            <a:ext cx="6573600" cy="770396"/>
          </a:xfrm>
        </p:spPr>
        <p:txBody>
          <a:bodyPr>
            <a:normAutofit/>
          </a:bodyPr>
          <a:lstStyle>
            <a:lvl1pPr>
              <a:lnSpc>
                <a:spcPct val="100000"/>
              </a:lnSpc>
              <a:defRPr sz="4400"/>
            </a:lvl1pPr>
          </a:lstStyle>
          <a:p>
            <a:r>
              <a:rPr lang="en-GB" noProof="0"/>
              <a:t>Agenda</a:t>
            </a:r>
          </a:p>
        </p:txBody>
      </p:sp>
      <p:sp>
        <p:nvSpPr>
          <p:cNvPr id="3" name="Espace réservé de la date 2"/>
          <p:cNvSpPr>
            <a:spLocks noGrp="1"/>
          </p:cNvSpPr>
          <p:nvPr>
            <p:ph type="dt" sz="half" idx="10"/>
          </p:nvPr>
        </p:nvSpPr>
        <p:spPr bwMode="gray"/>
        <p:txBody>
          <a:bodyPr/>
          <a:lstStyle/>
          <a:p>
            <a:pPr algn="l"/>
            <a:r>
              <a:rPr lang="en-GB" noProof="0"/>
              <a:t>Date</a:t>
            </a:r>
          </a:p>
        </p:txBody>
      </p:sp>
      <p:sp>
        <p:nvSpPr>
          <p:cNvPr id="4" name="Espace réservé du pied de page 3"/>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9" name="Espace réservé du texte 8"/>
          <p:cNvSpPr>
            <a:spLocks noGrp="1"/>
          </p:cNvSpPr>
          <p:nvPr>
            <p:ph type="body" sz="quarter" idx="17" hasCustomPrompt="1"/>
          </p:nvPr>
        </p:nvSpPr>
        <p:spPr bwMode="gray">
          <a:xfrm>
            <a:off x="4824026" y="1998661"/>
            <a:ext cx="6573600" cy="4202113"/>
          </a:xfrm>
        </p:spPr>
        <p:txBody>
          <a:bodyPr/>
          <a:lstStyle>
            <a:lvl1pPr marL="361950" indent="-361950">
              <a:spcBef>
                <a:spcPts val="2400"/>
              </a:spcBef>
              <a:buClr>
                <a:schemeClr val="accent1"/>
              </a:buClr>
              <a:buSzPct val="100000"/>
              <a:buFont typeface="+mj-lt"/>
              <a:buAutoNum type="arabicPeriod"/>
              <a:tabLst>
                <a:tab pos="3676650" algn="r"/>
              </a:tabLst>
              <a:defRPr/>
            </a:lvl1pPr>
            <a:lvl2pPr marL="368300" indent="0">
              <a:buNone/>
              <a:tabLst>
                <a:tab pos="3676650" algn="r"/>
              </a:tabLst>
              <a:defRPr>
                <a:solidFill>
                  <a:schemeClr val="accent4"/>
                </a:solidFill>
              </a:defRPr>
            </a:lvl2pPr>
          </a:lstStyle>
          <a:p>
            <a:pPr lvl="0"/>
            <a:r>
              <a:rPr lang="en-GB" noProof="0"/>
              <a:t>Text level 1</a:t>
            </a:r>
          </a:p>
          <a:p>
            <a:pPr lvl="1"/>
            <a:r>
              <a:rPr lang="en-GB" noProof="0"/>
              <a:t>Text level 2</a:t>
            </a:r>
          </a:p>
        </p:txBody>
      </p:sp>
      <p:sp>
        <p:nvSpPr>
          <p:cNvPr id="19" name="Rectangle 18"/>
          <p:cNvSpPr/>
          <p:nvPr userDrawn="1"/>
        </p:nvSpPr>
        <p:spPr bwMode="gray">
          <a:xfrm>
            <a:off x="0" y="0"/>
            <a:ext cx="4392000" cy="619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2" name="Ellipse 21">
            <a:extLst>
              <a:ext uri="{FF2B5EF4-FFF2-40B4-BE49-F238E27FC236}">
                <a16:creationId xmlns:a16="http://schemas.microsoft.com/office/drawing/2014/main" id="{1B78F9F7-2561-40A6-B3B6-97BC76FBCF81}"/>
              </a:ext>
            </a:extLst>
          </p:cNvPr>
          <p:cNvSpPr>
            <a:spLocks noChangeAspect="1"/>
          </p:cNvSpPr>
          <p:nvPr userDrawn="1"/>
        </p:nvSpPr>
        <p:spPr bwMode="gray">
          <a:xfrm>
            <a:off x="1925706" y="1844824"/>
            <a:ext cx="540000" cy="540000"/>
          </a:xfrm>
          <a:prstGeom prst="ellipse">
            <a:avLst/>
          </a:prstGeom>
          <a:solidFill>
            <a:schemeClr val="accent1"/>
          </a:solidFill>
          <a:ln w="1016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3" name="Ellipse 22">
            <a:extLst>
              <a:ext uri="{FF2B5EF4-FFF2-40B4-BE49-F238E27FC236}">
                <a16:creationId xmlns:a16="http://schemas.microsoft.com/office/drawing/2014/main" id="{1B78F9F7-2561-40A6-B3B6-97BC76FBCF81}"/>
              </a:ext>
            </a:extLst>
          </p:cNvPr>
          <p:cNvSpPr>
            <a:spLocks noChangeAspect="1"/>
          </p:cNvSpPr>
          <p:nvPr userDrawn="1"/>
        </p:nvSpPr>
        <p:spPr bwMode="gray">
          <a:xfrm>
            <a:off x="1925706" y="3861048"/>
            <a:ext cx="540000" cy="540000"/>
          </a:xfrm>
          <a:prstGeom prst="ellipse">
            <a:avLst/>
          </a:prstGeom>
          <a:solidFill>
            <a:schemeClr val="accent1"/>
          </a:solidFill>
          <a:ln w="1016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4" name="Ellipse 23">
            <a:extLst>
              <a:ext uri="{FF2B5EF4-FFF2-40B4-BE49-F238E27FC236}">
                <a16:creationId xmlns:a16="http://schemas.microsoft.com/office/drawing/2014/main" id="{1B78F9F7-2561-40A6-B3B6-97BC76FBCF81}"/>
              </a:ext>
            </a:extLst>
          </p:cNvPr>
          <p:cNvSpPr>
            <a:spLocks noChangeAspect="1"/>
          </p:cNvSpPr>
          <p:nvPr userDrawn="1"/>
        </p:nvSpPr>
        <p:spPr bwMode="gray">
          <a:xfrm>
            <a:off x="935596" y="2852936"/>
            <a:ext cx="540000" cy="540000"/>
          </a:xfrm>
          <a:prstGeom prst="ellipse">
            <a:avLst/>
          </a:prstGeom>
          <a:solidFill>
            <a:schemeClr val="accent1"/>
          </a:solidFill>
          <a:ln w="1016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5" name="Ellipse 24">
            <a:extLst>
              <a:ext uri="{FF2B5EF4-FFF2-40B4-BE49-F238E27FC236}">
                <a16:creationId xmlns:a16="http://schemas.microsoft.com/office/drawing/2014/main" id="{1B78F9F7-2561-40A6-B3B6-97BC76FBCF81}"/>
              </a:ext>
            </a:extLst>
          </p:cNvPr>
          <p:cNvSpPr>
            <a:spLocks noChangeAspect="1"/>
          </p:cNvSpPr>
          <p:nvPr userDrawn="1"/>
        </p:nvSpPr>
        <p:spPr bwMode="gray">
          <a:xfrm>
            <a:off x="2915816" y="2852936"/>
            <a:ext cx="540000" cy="540000"/>
          </a:xfrm>
          <a:prstGeom prst="ellipse">
            <a:avLst/>
          </a:prstGeom>
          <a:solidFill>
            <a:schemeClr val="accent1"/>
          </a:solidFill>
          <a:ln w="1016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6" name="Ellipse 25">
            <a:extLst>
              <a:ext uri="{FF2B5EF4-FFF2-40B4-BE49-F238E27FC236}">
                <a16:creationId xmlns:a16="http://schemas.microsoft.com/office/drawing/2014/main" id="{1B78F9F7-2561-40A6-B3B6-97BC76FBCF81}"/>
              </a:ext>
            </a:extLst>
          </p:cNvPr>
          <p:cNvSpPr>
            <a:spLocks noChangeAspect="1"/>
          </p:cNvSpPr>
          <p:nvPr userDrawn="1"/>
        </p:nvSpPr>
        <p:spPr bwMode="gray">
          <a:xfrm>
            <a:off x="2663068" y="2179142"/>
            <a:ext cx="540000" cy="540000"/>
          </a:xfrm>
          <a:prstGeom prst="ellipse">
            <a:avLst/>
          </a:prstGeom>
          <a:solidFill>
            <a:schemeClr val="accent1"/>
          </a:solidFill>
          <a:ln w="1016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7" name="Ellipse 26">
            <a:extLst>
              <a:ext uri="{FF2B5EF4-FFF2-40B4-BE49-F238E27FC236}">
                <a16:creationId xmlns:a16="http://schemas.microsoft.com/office/drawing/2014/main" id="{1B78F9F7-2561-40A6-B3B6-97BC76FBCF81}"/>
              </a:ext>
            </a:extLst>
          </p:cNvPr>
          <p:cNvSpPr>
            <a:spLocks noChangeAspect="1"/>
          </p:cNvSpPr>
          <p:nvPr userDrawn="1"/>
        </p:nvSpPr>
        <p:spPr bwMode="gray">
          <a:xfrm>
            <a:off x="2663068" y="3518260"/>
            <a:ext cx="540000" cy="540000"/>
          </a:xfrm>
          <a:prstGeom prst="ellipse">
            <a:avLst/>
          </a:prstGeom>
          <a:solidFill>
            <a:schemeClr val="bg1"/>
          </a:solidFill>
          <a:ln w="1016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8" name="Ellipse 27">
            <a:extLst>
              <a:ext uri="{FF2B5EF4-FFF2-40B4-BE49-F238E27FC236}">
                <a16:creationId xmlns:a16="http://schemas.microsoft.com/office/drawing/2014/main" id="{1B78F9F7-2561-40A6-B3B6-97BC76FBCF81}"/>
              </a:ext>
            </a:extLst>
          </p:cNvPr>
          <p:cNvSpPr>
            <a:spLocks noChangeAspect="1"/>
          </p:cNvSpPr>
          <p:nvPr userDrawn="1"/>
        </p:nvSpPr>
        <p:spPr bwMode="gray">
          <a:xfrm>
            <a:off x="1205596" y="2179142"/>
            <a:ext cx="540000" cy="540000"/>
          </a:xfrm>
          <a:prstGeom prst="ellipse">
            <a:avLst/>
          </a:prstGeom>
          <a:solidFill>
            <a:schemeClr val="bg1"/>
          </a:solidFill>
          <a:ln w="1016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9" name="Ellipse 28">
            <a:extLst>
              <a:ext uri="{FF2B5EF4-FFF2-40B4-BE49-F238E27FC236}">
                <a16:creationId xmlns:a16="http://schemas.microsoft.com/office/drawing/2014/main" id="{1B78F9F7-2561-40A6-B3B6-97BC76FBCF81}"/>
              </a:ext>
            </a:extLst>
          </p:cNvPr>
          <p:cNvSpPr>
            <a:spLocks noChangeAspect="1"/>
          </p:cNvSpPr>
          <p:nvPr userDrawn="1"/>
        </p:nvSpPr>
        <p:spPr bwMode="gray">
          <a:xfrm>
            <a:off x="1205596" y="3518260"/>
            <a:ext cx="540000" cy="540000"/>
          </a:xfrm>
          <a:prstGeom prst="ellipse">
            <a:avLst/>
          </a:prstGeom>
          <a:solidFill>
            <a:schemeClr val="accent1"/>
          </a:solidFill>
          <a:ln w="1016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cxnSp>
        <p:nvCxnSpPr>
          <p:cNvPr id="30" name="Connecteur droit 29"/>
          <p:cNvCxnSpPr/>
          <p:nvPr userDrawn="1"/>
        </p:nvCxnSpPr>
        <p:spPr bwMode="gray">
          <a:xfrm>
            <a:off x="4824027" y="1556792"/>
            <a:ext cx="97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8157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_1_column">
    <p:spTree>
      <p:nvGrpSpPr>
        <p:cNvPr id="1" name=""/>
        <p:cNvGrpSpPr/>
        <p:nvPr/>
      </p:nvGrpSpPr>
      <p:grpSpPr>
        <a:xfrm>
          <a:off x="0" y="0"/>
          <a:ext cx="0" cy="0"/>
          <a:chOff x="0" y="0"/>
          <a:chExt cx="0" cy="0"/>
        </a:xfrm>
      </p:grpSpPr>
      <p:sp>
        <p:nvSpPr>
          <p:cNvPr id="6" name="Rectangle 5"/>
          <p:cNvSpPr/>
          <p:nvPr userDrawn="1"/>
        </p:nvSpPr>
        <p:spPr bwMode="gray">
          <a:xfrm>
            <a:off x="0" y="0"/>
            <a:ext cx="2880000" cy="144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31" name="Espace réservé du texte 8"/>
          <p:cNvSpPr>
            <a:spLocks noGrp="1"/>
          </p:cNvSpPr>
          <p:nvPr>
            <p:ph type="body" sz="quarter" idx="18" hasCustomPrompt="1"/>
          </p:nvPr>
        </p:nvSpPr>
        <p:spPr bwMode="gray">
          <a:xfrm>
            <a:off x="792000" y="1998661"/>
            <a:ext cx="10605600" cy="4202113"/>
          </a:xfrm>
        </p:spPr>
        <p:txBody>
          <a:bodyPr numCol="1" spcCol="360000"/>
          <a:lstStyle>
            <a:lvl1pPr marL="361950" indent="-361950">
              <a:spcBef>
                <a:spcPts val="2400"/>
              </a:spcBef>
              <a:buClr>
                <a:schemeClr val="accent1"/>
              </a:buClr>
              <a:buSzPct val="100000"/>
              <a:buFont typeface="+mj-lt"/>
              <a:buAutoNum type="arabicPeriod"/>
              <a:tabLst>
                <a:tab pos="3676650" algn="r"/>
              </a:tabLst>
              <a:defRPr/>
            </a:lvl1pPr>
            <a:lvl2pPr marL="368300" indent="0">
              <a:buNone/>
              <a:tabLst>
                <a:tab pos="3676650" algn="r"/>
              </a:tabLst>
              <a:defRPr>
                <a:solidFill>
                  <a:schemeClr val="accent4"/>
                </a:solidFill>
              </a:defRPr>
            </a:lvl2pPr>
          </a:lstStyle>
          <a:p>
            <a:pPr lvl="0"/>
            <a:r>
              <a:rPr lang="en-GB" noProof="0"/>
              <a:t>Text level 1</a:t>
            </a:r>
          </a:p>
          <a:p>
            <a:pPr lvl="1"/>
            <a:r>
              <a:rPr lang="en-GB" noProof="0"/>
              <a:t>Text level 2</a:t>
            </a:r>
          </a:p>
        </p:txBody>
      </p:sp>
      <p:sp>
        <p:nvSpPr>
          <p:cNvPr id="3" name="Espace réservé de la date 2"/>
          <p:cNvSpPr>
            <a:spLocks noGrp="1"/>
          </p:cNvSpPr>
          <p:nvPr>
            <p:ph type="dt" sz="half" idx="10"/>
          </p:nvPr>
        </p:nvSpPr>
        <p:spPr bwMode="gray"/>
        <p:txBody>
          <a:bodyPr/>
          <a:lstStyle/>
          <a:p>
            <a:pPr algn="l"/>
            <a:r>
              <a:rPr lang="en-GB" noProof="0"/>
              <a:t>Date</a:t>
            </a:r>
          </a:p>
        </p:txBody>
      </p:sp>
      <p:sp>
        <p:nvSpPr>
          <p:cNvPr id="4" name="Espace réservé du pied de page 3"/>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20" name="Titre 19"/>
          <p:cNvSpPr>
            <a:spLocks noGrp="1"/>
          </p:cNvSpPr>
          <p:nvPr>
            <p:ph type="title" hasCustomPrompt="1"/>
          </p:nvPr>
        </p:nvSpPr>
        <p:spPr bwMode="gray">
          <a:xfrm>
            <a:off x="792000" y="741258"/>
            <a:ext cx="10605600" cy="770400"/>
          </a:xfrm>
        </p:spPr>
        <p:txBody>
          <a:bodyPr>
            <a:noAutofit/>
          </a:bodyPr>
          <a:lstStyle>
            <a:lvl1pPr>
              <a:lnSpc>
                <a:spcPct val="100000"/>
              </a:lnSpc>
              <a:defRPr sz="4400" b="0" baseline="0"/>
            </a:lvl1pPr>
          </a:lstStyle>
          <a:p>
            <a:r>
              <a:rPr lang="en-GB" noProof="0"/>
              <a:t>Agenda</a:t>
            </a:r>
          </a:p>
        </p:txBody>
      </p:sp>
      <p:cxnSp>
        <p:nvCxnSpPr>
          <p:cNvPr id="9" name="Connecteur droit 8"/>
          <p:cNvCxnSpPr/>
          <p:nvPr userDrawn="1"/>
        </p:nvCxnSpPr>
        <p:spPr bwMode="gray">
          <a:xfrm>
            <a:off x="792000" y="1556792"/>
            <a:ext cx="97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0311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_2_columns">
    <p:spTree>
      <p:nvGrpSpPr>
        <p:cNvPr id="1" name=""/>
        <p:cNvGrpSpPr/>
        <p:nvPr/>
      </p:nvGrpSpPr>
      <p:grpSpPr>
        <a:xfrm>
          <a:off x="0" y="0"/>
          <a:ext cx="0" cy="0"/>
          <a:chOff x="0" y="0"/>
          <a:chExt cx="0" cy="0"/>
        </a:xfrm>
      </p:grpSpPr>
      <p:sp>
        <p:nvSpPr>
          <p:cNvPr id="6" name="Rectangle 5"/>
          <p:cNvSpPr/>
          <p:nvPr userDrawn="1"/>
        </p:nvSpPr>
        <p:spPr bwMode="gray">
          <a:xfrm>
            <a:off x="0" y="0"/>
            <a:ext cx="2880000" cy="144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31" name="Espace réservé du texte 8"/>
          <p:cNvSpPr>
            <a:spLocks noGrp="1"/>
          </p:cNvSpPr>
          <p:nvPr>
            <p:ph type="body" sz="quarter" idx="18" hasCustomPrompt="1"/>
          </p:nvPr>
        </p:nvSpPr>
        <p:spPr bwMode="gray">
          <a:xfrm>
            <a:off x="792000" y="1998661"/>
            <a:ext cx="10605600" cy="4202113"/>
          </a:xfrm>
        </p:spPr>
        <p:txBody>
          <a:bodyPr numCol="2" spcCol="360000"/>
          <a:lstStyle>
            <a:lvl1pPr marL="361950" indent="-361950">
              <a:spcBef>
                <a:spcPts val="2400"/>
              </a:spcBef>
              <a:buClr>
                <a:schemeClr val="accent1"/>
              </a:buClr>
              <a:buSzPct val="100000"/>
              <a:buFont typeface="+mj-lt"/>
              <a:buAutoNum type="arabicPeriod"/>
              <a:tabLst>
                <a:tab pos="3676650" algn="r"/>
              </a:tabLst>
              <a:defRPr/>
            </a:lvl1pPr>
            <a:lvl2pPr marL="368300" indent="0">
              <a:buNone/>
              <a:tabLst>
                <a:tab pos="3676650" algn="r"/>
              </a:tabLst>
              <a:defRPr>
                <a:solidFill>
                  <a:schemeClr val="accent4"/>
                </a:solidFill>
              </a:defRPr>
            </a:lvl2pPr>
          </a:lstStyle>
          <a:p>
            <a:pPr lvl="0"/>
            <a:r>
              <a:rPr lang="en-GB" noProof="0"/>
              <a:t>Text level 1</a:t>
            </a:r>
          </a:p>
          <a:p>
            <a:pPr lvl="1"/>
            <a:r>
              <a:rPr lang="en-GB" noProof="0"/>
              <a:t>Text level 2</a:t>
            </a:r>
          </a:p>
        </p:txBody>
      </p:sp>
      <p:sp>
        <p:nvSpPr>
          <p:cNvPr id="3" name="Espace réservé de la date 2"/>
          <p:cNvSpPr>
            <a:spLocks noGrp="1"/>
          </p:cNvSpPr>
          <p:nvPr>
            <p:ph type="dt" sz="half" idx="10"/>
          </p:nvPr>
        </p:nvSpPr>
        <p:spPr bwMode="gray"/>
        <p:txBody>
          <a:bodyPr/>
          <a:lstStyle/>
          <a:p>
            <a:pPr algn="l"/>
            <a:r>
              <a:rPr lang="en-GB" noProof="0"/>
              <a:t>Date</a:t>
            </a:r>
          </a:p>
        </p:txBody>
      </p:sp>
      <p:sp>
        <p:nvSpPr>
          <p:cNvPr id="4" name="Espace réservé du pied de page 3"/>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20" name="Titre 19"/>
          <p:cNvSpPr>
            <a:spLocks noGrp="1"/>
          </p:cNvSpPr>
          <p:nvPr>
            <p:ph type="title" hasCustomPrompt="1"/>
          </p:nvPr>
        </p:nvSpPr>
        <p:spPr bwMode="gray">
          <a:xfrm>
            <a:off x="792000" y="741258"/>
            <a:ext cx="10605600" cy="770400"/>
          </a:xfrm>
        </p:spPr>
        <p:txBody>
          <a:bodyPr>
            <a:noAutofit/>
          </a:bodyPr>
          <a:lstStyle>
            <a:lvl1pPr>
              <a:lnSpc>
                <a:spcPct val="100000"/>
              </a:lnSpc>
              <a:defRPr sz="4400" b="0" baseline="0"/>
            </a:lvl1pPr>
          </a:lstStyle>
          <a:p>
            <a:r>
              <a:rPr lang="en-GB" noProof="0"/>
              <a:t>Agenda</a:t>
            </a:r>
          </a:p>
        </p:txBody>
      </p:sp>
      <p:cxnSp>
        <p:nvCxnSpPr>
          <p:cNvPr id="9" name="Connecteur droit 8"/>
          <p:cNvCxnSpPr/>
          <p:nvPr userDrawn="1"/>
        </p:nvCxnSpPr>
        <p:spPr bwMode="gray">
          <a:xfrm>
            <a:off x="792000" y="1556792"/>
            <a:ext cx="97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34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p:spTree>
      <p:nvGrpSpPr>
        <p:cNvPr id="1" name=""/>
        <p:cNvGrpSpPr/>
        <p:nvPr/>
      </p:nvGrpSpPr>
      <p:grpSpPr>
        <a:xfrm>
          <a:off x="0" y="0"/>
          <a:ext cx="0" cy="0"/>
          <a:chOff x="0" y="0"/>
          <a:chExt cx="0" cy="0"/>
        </a:xfrm>
      </p:grpSpPr>
      <p:sp>
        <p:nvSpPr>
          <p:cNvPr id="14" name="Rectangle 13"/>
          <p:cNvSpPr/>
          <p:nvPr userDrawn="1"/>
        </p:nvSpPr>
        <p:spPr bwMode="gray">
          <a:xfrm>
            <a:off x="1354" y="0"/>
            <a:ext cx="12190647" cy="619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15" name="Rectangle à coins arrondis 14"/>
          <p:cNvSpPr/>
          <p:nvPr userDrawn="1"/>
        </p:nvSpPr>
        <p:spPr bwMode="gray">
          <a:xfrm>
            <a:off x="719403" y="1512162"/>
            <a:ext cx="10968000" cy="331200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3" name="Espace réservé de la date 2"/>
          <p:cNvSpPr>
            <a:spLocks noGrp="1"/>
          </p:cNvSpPr>
          <p:nvPr>
            <p:ph type="dt" sz="half" idx="10"/>
          </p:nvPr>
        </p:nvSpPr>
        <p:spPr bwMode="gray"/>
        <p:txBody>
          <a:bodyPr/>
          <a:lstStyle/>
          <a:p>
            <a:pPr algn="l"/>
            <a:r>
              <a:rPr lang="en-GB" noProof="0"/>
              <a:t>Date</a:t>
            </a:r>
          </a:p>
        </p:txBody>
      </p:sp>
      <p:sp>
        <p:nvSpPr>
          <p:cNvPr id="4" name="Espace réservé du pied de page 3"/>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7" name="Titre 6"/>
          <p:cNvSpPr>
            <a:spLocks noGrp="1"/>
          </p:cNvSpPr>
          <p:nvPr>
            <p:ph type="title" hasCustomPrompt="1"/>
          </p:nvPr>
        </p:nvSpPr>
        <p:spPr bwMode="gray">
          <a:xfrm>
            <a:off x="719403" y="1512162"/>
            <a:ext cx="3312000" cy="3312368"/>
          </a:xfrm>
          <a:prstGeom prst="ellipse">
            <a:avLst/>
          </a:prstGeom>
          <a:solidFill>
            <a:schemeClr val="accent1"/>
          </a:solidFill>
        </p:spPr>
        <p:txBody>
          <a:bodyPr anchor="ctr" anchorCtr="0">
            <a:normAutofit/>
          </a:bodyPr>
          <a:lstStyle>
            <a:lvl1pPr algn="ctr">
              <a:lnSpc>
                <a:spcPct val="100000"/>
              </a:lnSpc>
              <a:defRPr sz="9500">
                <a:solidFill>
                  <a:schemeClr val="bg1"/>
                </a:solidFill>
              </a:defRPr>
            </a:lvl1pPr>
          </a:lstStyle>
          <a:p>
            <a:r>
              <a:rPr lang="en-GB" noProof="0"/>
              <a:t>00</a:t>
            </a:r>
          </a:p>
        </p:txBody>
      </p:sp>
      <p:sp>
        <p:nvSpPr>
          <p:cNvPr id="9" name="Espace réservé du texte 8"/>
          <p:cNvSpPr>
            <a:spLocks noGrp="1"/>
          </p:cNvSpPr>
          <p:nvPr>
            <p:ph type="body" sz="quarter" idx="13" hasCustomPrompt="1"/>
          </p:nvPr>
        </p:nvSpPr>
        <p:spPr bwMode="gray">
          <a:xfrm>
            <a:off x="4680000" y="2182484"/>
            <a:ext cx="6132132" cy="1998000"/>
          </a:xfrm>
        </p:spPr>
        <p:txBody>
          <a:bodyPr anchor="ctr" anchorCtr="0">
            <a:normAutofit/>
          </a:bodyPr>
          <a:lstStyle>
            <a:lvl1pPr marL="0" indent="0">
              <a:lnSpc>
                <a:spcPct val="80000"/>
              </a:lnSpc>
              <a:buNone/>
              <a:defRPr sz="2800">
                <a:solidFill>
                  <a:schemeClr val="bg1"/>
                </a:solidFill>
              </a:defRPr>
            </a:lvl1pPr>
            <a:lvl2pPr marL="0" indent="0">
              <a:buNone/>
              <a:defRPr sz="1200"/>
            </a:lvl2pPr>
            <a:lvl3pPr marL="0" indent="0">
              <a:buNone/>
              <a:defRPr sz="1200"/>
            </a:lvl3pPr>
            <a:lvl4pPr marL="0" indent="0">
              <a:buNone/>
              <a:defRPr sz="1200"/>
            </a:lvl4pPr>
            <a:lvl5pPr marL="0" indent="0">
              <a:buNone/>
              <a:defRPr sz="1200"/>
            </a:lvl5pPr>
          </a:lstStyle>
          <a:p>
            <a:pPr lvl="0"/>
            <a:r>
              <a:rPr lang="en-GB" noProof="0"/>
              <a:t>Title of chapter</a:t>
            </a:r>
          </a:p>
        </p:txBody>
      </p:sp>
    </p:spTree>
    <p:extLst>
      <p:ext uri="{BB962C8B-B14F-4D97-AF65-F5344CB8AC3E}">
        <p14:creationId xmlns:p14="http://schemas.microsoft.com/office/powerpoint/2010/main" val="16001642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_subtitle">
    <p:spTree>
      <p:nvGrpSpPr>
        <p:cNvPr id="1" name=""/>
        <p:cNvGrpSpPr/>
        <p:nvPr/>
      </p:nvGrpSpPr>
      <p:grpSpPr>
        <a:xfrm>
          <a:off x="0" y="0"/>
          <a:ext cx="0" cy="0"/>
          <a:chOff x="0" y="0"/>
          <a:chExt cx="0" cy="0"/>
        </a:xfrm>
      </p:grpSpPr>
      <p:sp>
        <p:nvSpPr>
          <p:cNvPr id="12" name="Rectangle 11"/>
          <p:cNvSpPr/>
          <p:nvPr userDrawn="1"/>
        </p:nvSpPr>
        <p:spPr bwMode="gray">
          <a:xfrm>
            <a:off x="1354" y="0"/>
            <a:ext cx="12190647" cy="619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13" name="Rectangle à coins arrondis 12"/>
          <p:cNvSpPr/>
          <p:nvPr userDrawn="1"/>
        </p:nvSpPr>
        <p:spPr bwMode="gray">
          <a:xfrm>
            <a:off x="719403" y="1512162"/>
            <a:ext cx="10968000" cy="331200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3" name="Espace réservé de la date 2"/>
          <p:cNvSpPr>
            <a:spLocks noGrp="1"/>
          </p:cNvSpPr>
          <p:nvPr>
            <p:ph type="dt" sz="half" idx="10"/>
          </p:nvPr>
        </p:nvSpPr>
        <p:spPr bwMode="gray"/>
        <p:txBody>
          <a:bodyPr/>
          <a:lstStyle/>
          <a:p>
            <a:pPr algn="l"/>
            <a:r>
              <a:rPr lang="en-GB" noProof="0"/>
              <a:t>Date</a:t>
            </a:r>
          </a:p>
        </p:txBody>
      </p:sp>
      <p:sp>
        <p:nvSpPr>
          <p:cNvPr id="4" name="Espace réservé du pied de page 3"/>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7" name="Titre 6"/>
          <p:cNvSpPr>
            <a:spLocks noGrp="1"/>
          </p:cNvSpPr>
          <p:nvPr>
            <p:ph type="title" hasCustomPrompt="1"/>
          </p:nvPr>
        </p:nvSpPr>
        <p:spPr bwMode="gray">
          <a:xfrm>
            <a:off x="719403" y="1512162"/>
            <a:ext cx="3312000" cy="3312368"/>
          </a:xfrm>
          <a:prstGeom prst="ellipse">
            <a:avLst/>
          </a:prstGeom>
          <a:solidFill>
            <a:schemeClr val="accent1"/>
          </a:solidFill>
        </p:spPr>
        <p:txBody>
          <a:bodyPr anchor="ctr" anchorCtr="0">
            <a:normAutofit/>
          </a:bodyPr>
          <a:lstStyle>
            <a:lvl1pPr algn="ctr">
              <a:lnSpc>
                <a:spcPct val="100000"/>
              </a:lnSpc>
              <a:defRPr sz="9500">
                <a:solidFill>
                  <a:schemeClr val="bg1"/>
                </a:solidFill>
              </a:defRPr>
            </a:lvl1pPr>
          </a:lstStyle>
          <a:p>
            <a:r>
              <a:rPr lang="en-GB" noProof="0"/>
              <a:t>00</a:t>
            </a:r>
          </a:p>
        </p:txBody>
      </p:sp>
      <p:sp>
        <p:nvSpPr>
          <p:cNvPr id="9" name="Espace réservé du texte 8"/>
          <p:cNvSpPr>
            <a:spLocks noGrp="1"/>
          </p:cNvSpPr>
          <p:nvPr>
            <p:ph type="body" sz="quarter" idx="13" hasCustomPrompt="1"/>
          </p:nvPr>
        </p:nvSpPr>
        <p:spPr bwMode="gray">
          <a:xfrm>
            <a:off x="4680000" y="1736813"/>
            <a:ext cx="6228000" cy="1541443"/>
          </a:xfrm>
        </p:spPr>
        <p:txBody>
          <a:bodyPr anchor="b" anchorCtr="0">
            <a:normAutofit/>
          </a:bodyPr>
          <a:lstStyle>
            <a:lvl1pPr marL="0" indent="0">
              <a:lnSpc>
                <a:spcPct val="80000"/>
              </a:lnSpc>
              <a:buNone/>
              <a:defRPr sz="2800">
                <a:solidFill>
                  <a:schemeClr val="bg1"/>
                </a:solidFill>
              </a:defRPr>
            </a:lvl1pPr>
            <a:lvl2pPr marL="0" indent="0">
              <a:buNone/>
              <a:defRPr sz="1200"/>
            </a:lvl2pPr>
            <a:lvl3pPr marL="0" indent="0">
              <a:buNone/>
              <a:defRPr sz="1200"/>
            </a:lvl3pPr>
            <a:lvl4pPr marL="0" indent="0">
              <a:buNone/>
              <a:defRPr sz="1200"/>
            </a:lvl4pPr>
            <a:lvl5pPr marL="0" indent="0">
              <a:buNone/>
              <a:defRPr sz="1200"/>
            </a:lvl5pPr>
          </a:lstStyle>
          <a:p>
            <a:pPr lvl="0"/>
            <a:r>
              <a:rPr lang="en-GB" noProof="0"/>
              <a:t>Title of chapter</a:t>
            </a:r>
          </a:p>
        </p:txBody>
      </p:sp>
      <p:sp>
        <p:nvSpPr>
          <p:cNvPr id="10" name="Espace réservé du texte 8"/>
          <p:cNvSpPr>
            <a:spLocks noGrp="1"/>
          </p:cNvSpPr>
          <p:nvPr>
            <p:ph type="body" sz="quarter" idx="14" hasCustomPrompt="1"/>
          </p:nvPr>
        </p:nvSpPr>
        <p:spPr bwMode="gray">
          <a:xfrm>
            <a:off x="4680000" y="3681028"/>
            <a:ext cx="6228000" cy="972108"/>
          </a:xfrm>
        </p:spPr>
        <p:txBody>
          <a:bodyPr anchor="t" anchorCtr="0">
            <a:normAutofit/>
          </a:bodyPr>
          <a:lstStyle>
            <a:lvl1pPr marL="0" indent="0">
              <a:lnSpc>
                <a:spcPct val="85000"/>
              </a:lnSpc>
              <a:spcBef>
                <a:spcPts val="0"/>
              </a:spcBef>
              <a:buNone/>
              <a:defRPr sz="1400" baseline="0">
                <a:solidFill>
                  <a:schemeClr val="bg1"/>
                </a:solidFill>
              </a:defRPr>
            </a:lvl1pPr>
            <a:lvl2pPr marL="0" indent="0">
              <a:buNone/>
              <a:defRPr sz="1200"/>
            </a:lvl2pPr>
            <a:lvl3pPr marL="0" indent="0">
              <a:buNone/>
              <a:defRPr sz="1200"/>
            </a:lvl3pPr>
            <a:lvl4pPr marL="0" indent="0">
              <a:buNone/>
              <a:defRPr sz="1200"/>
            </a:lvl4pPr>
            <a:lvl5pPr marL="0" indent="0">
              <a:buNone/>
              <a:defRPr sz="1200"/>
            </a:lvl5pPr>
          </a:lstStyle>
          <a:p>
            <a:pPr lvl="0"/>
            <a:r>
              <a:rPr lang="en-GB" noProof="0"/>
              <a:t>Subtitle of chapter</a:t>
            </a:r>
          </a:p>
        </p:txBody>
      </p:sp>
      <p:cxnSp>
        <p:nvCxnSpPr>
          <p:cNvPr id="11" name="Connecteur droit 10"/>
          <p:cNvCxnSpPr/>
          <p:nvPr userDrawn="1"/>
        </p:nvCxnSpPr>
        <p:spPr bwMode="gray">
          <a:xfrm>
            <a:off x="4680000" y="3454878"/>
            <a:ext cx="1296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3" name="Espace réservé du contenu 2"/>
          <p:cNvSpPr>
            <a:spLocks noGrp="1"/>
          </p:cNvSpPr>
          <p:nvPr>
            <p:ph idx="1" hasCustomPrompt="1"/>
          </p:nvPr>
        </p:nvSpPr>
        <p:spPr bwMode="gray">
          <a:xfrm>
            <a:off x="792000" y="1484784"/>
            <a:ext cx="10605600" cy="4715991"/>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4" name="Titre 3"/>
          <p:cNvSpPr>
            <a:spLocks noGrp="1"/>
          </p:cNvSpPr>
          <p:nvPr>
            <p:ph type="title" hasCustomPrompt="1"/>
          </p:nvPr>
        </p:nvSpPr>
        <p:spPr bwMode="gray">
          <a:xfrm>
            <a:off x="792000" y="557645"/>
            <a:ext cx="10605600" cy="648000"/>
          </a:xfrm>
        </p:spPr>
        <p:txBody>
          <a:bodyPr/>
          <a:lstStyle>
            <a:lvl1pPr>
              <a:defRPr>
                <a:solidFill>
                  <a:schemeClr val="accent3"/>
                </a:solidFill>
              </a:defRPr>
            </a:lvl1pPr>
          </a:lstStyle>
          <a:p>
            <a:r>
              <a:rPr lang="en-GB" noProof="0"/>
              <a:t>Title</a:t>
            </a:r>
          </a:p>
        </p:txBody>
      </p:sp>
      <p:sp>
        <p:nvSpPr>
          <p:cNvPr id="2" name="Espace réservé de la date 1"/>
          <p:cNvSpPr>
            <a:spLocks noGrp="1"/>
          </p:cNvSpPr>
          <p:nvPr>
            <p:ph type="dt" sz="half" idx="14"/>
          </p:nvPr>
        </p:nvSpPr>
        <p:spPr bwMode="gray"/>
        <p:txBody>
          <a:bodyPr/>
          <a:lstStyle/>
          <a:p>
            <a:pPr algn="l"/>
            <a:r>
              <a:rPr lang="en-GB" noProof="0"/>
              <a:t>Date</a:t>
            </a:r>
          </a:p>
        </p:txBody>
      </p:sp>
      <p:sp>
        <p:nvSpPr>
          <p:cNvPr id="5" name="Espace réservé du pied de page 4"/>
          <p:cNvSpPr>
            <a:spLocks noGrp="1"/>
          </p:cNvSpPr>
          <p:nvPr>
            <p:ph type="ftr" sz="quarter" idx="15"/>
          </p:nvPr>
        </p:nvSpPr>
        <p:spPr bwMode="gray"/>
        <p:txBody>
          <a:bodyPr/>
          <a:lstStyle/>
          <a:p>
            <a:r>
              <a:rPr lang="en-GB" noProof="0"/>
              <a:t>Title of the presentation on three lines - Lorem impsum dolor sit amet consectetuer adipiscing elit, sed diam nonummy</a:t>
            </a:r>
          </a:p>
        </p:txBody>
      </p:sp>
      <p:sp>
        <p:nvSpPr>
          <p:cNvPr id="6" name="Espace réservé du numéro de diapositive 5"/>
          <p:cNvSpPr>
            <a:spLocks noGrp="1"/>
          </p:cNvSpPr>
          <p:nvPr>
            <p:ph type="sldNum" sz="quarter" idx="16"/>
          </p:nvPr>
        </p:nvSpPr>
        <p:spPr bwMode="gray"/>
        <p:txBody>
          <a:bodyPr/>
          <a:lstStyle/>
          <a:p>
            <a:fld id="{733122C9-A0B9-462F-8757-0847AD287B63}" type="slidenum">
              <a:rPr lang="en-GB" noProof="0" smtClean="0"/>
              <a:pPr/>
              <a:t>‹#›</a:t>
            </a:fld>
            <a:endParaRPr lang="en-GB" noProof="0"/>
          </a:p>
        </p:txBody>
      </p:sp>
    </p:spTree>
    <p:extLst>
      <p:ext uri="{BB962C8B-B14F-4D97-AF65-F5344CB8AC3E}">
        <p14:creationId xmlns:p14="http://schemas.microsoft.com/office/powerpoint/2010/main" val="12996337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s_subtitle">
    <p:spTree>
      <p:nvGrpSpPr>
        <p:cNvPr id="1" name=""/>
        <p:cNvGrpSpPr/>
        <p:nvPr/>
      </p:nvGrpSpPr>
      <p:grpSpPr>
        <a:xfrm>
          <a:off x="0" y="0"/>
          <a:ext cx="0" cy="0"/>
          <a:chOff x="0" y="0"/>
          <a:chExt cx="0" cy="0"/>
        </a:xfrm>
      </p:grpSpPr>
      <p:sp>
        <p:nvSpPr>
          <p:cNvPr id="3" name="Espace réservé du contenu 2"/>
          <p:cNvSpPr>
            <a:spLocks noGrp="1"/>
          </p:cNvSpPr>
          <p:nvPr>
            <p:ph idx="1" hasCustomPrompt="1"/>
          </p:nvPr>
        </p:nvSpPr>
        <p:spPr bwMode="gray"/>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12" name="Espace réservé du texte 11"/>
          <p:cNvSpPr>
            <a:spLocks noGrp="1"/>
          </p:cNvSpPr>
          <p:nvPr>
            <p:ph type="body" sz="quarter" idx="13" hasCustomPrompt="1"/>
          </p:nvPr>
        </p:nvSpPr>
        <p:spPr bwMode="gray">
          <a:xfrm>
            <a:off x="792000" y="1467061"/>
            <a:ext cx="10605600" cy="360000"/>
          </a:xfrm>
        </p:spPr>
        <p:txBody>
          <a:bodyPr>
            <a:noAutofit/>
          </a:bodyPr>
          <a:lstStyle>
            <a:lvl1pPr marL="0" indent="0">
              <a:spcBef>
                <a:spcPts val="0"/>
              </a:spcBef>
              <a:buNone/>
              <a:defRPr sz="2200">
                <a:solidFill>
                  <a:schemeClr val="accent1"/>
                </a:solidFill>
              </a:defRPr>
            </a:lvl1pPr>
            <a:lvl2pPr marL="0" indent="0">
              <a:buNone/>
              <a:defRPr sz="1200"/>
            </a:lvl2pPr>
            <a:lvl3pPr marL="0" indent="0">
              <a:buNone/>
              <a:defRPr sz="1200"/>
            </a:lvl3pPr>
            <a:lvl4pPr marL="0" indent="0">
              <a:buNone/>
              <a:defRPr sz="1200"/>
            </a:lvl4pPr>
            <a:lvl5pPr marL="0" indent="0">
              <a:buNone/>
              <a:defRPr sz="1200"/>
            </a:lvl5pPr>
          </a:lstStyle>
          <a:p>
            <a:pPr lvl="0"/>
            <a:r>
              <a:rPr lang="en-GB" noProof="0"/>
              <a:t>Subtitle</a:t>
            </a:r>
          </a:p>
        </p:txBody>
      </p:sp>
      <p:sp>
        <p:nvSpPr>
          <p:cNvPr id="4" name="Titre 3"/>
          <p:cNvSpPr>
            <a:spLocks noGrp="1"/>
          </p:cNvSpPr>
          <p:nvPr>
            <p:ph type="title" hasCustomPrompt="1"/>
          </p:nvPr>
        </p:nvSpPr>
        <p:spPr bwMode="gray">
          <a:xfrm>
            <a:off x="792000" y="557645"/>
            <a:ext cx="10605600" cy="648000"/>
          </a:xfrm>
        </p:spPr>
        <p:txBody>
          <a:bodyPr/>
          <a:lstStyle>
            <a:lvl1pPr>
              <a:defRPr>
                <a:solidFill>
                  <a:schemeClr val="accent3"/>
                </a:solidFill>
              </a:defRPr>
            </a:lvl1pPr>
          </a:lstStyle>
          <a:p>
            <a:r>
              <a:rPr lang="en-GB" noProof="0"/>
              <a:t>Title</a:t>
            </a:r>
          </a:p>
        </p:txBody>
      </p:sp>
      <p:sp>
        <p:nvSpPr>
          <p:cNvPr id="2" name="Espace réservé de la date 1"/>
          <p:cNvSpPr>
            <a:spLocks noGrp="1"/>
          </p:cNvSpPr>
          <p:nvPr>
            <p:ph type="dt" sz="half" idx="14"/>
          </p:nvPr>
        </p:nvSpPr>
        <p:spPr bwMode="gray"/>
        <p:txBody>
          <a:bodyPr/>
          <a:lstStyle/>
          <a:p>
            <a:pPr algn="l"/>
            <a:r>
              <a:rPr lang="en-GB" noProof="0"/>
              <a:t>Date</a:t>
            </a:r>
          </a:p>
        </p:txBody>
      </p:sp>
      <p:sp>
        <p:nvSpPr>
          <p:cNvPr id="5" name="Espace réservé du pied de page 4"/>
          <p:cNvSpPr>
            <a:spLocks noGrp="1"/>
          </p:cNvSpPr>
          <p:nvPr>
            <p:ph type="ftr" sz="quarter" idx="15"/>
          </p:nvPr>
        </p:nvSpPr>
        <p:spPr bwMode="gray"/>
        <p:txBody>
          <a:bodyPr/>
          <a:lstStyle/>
          <a:p>
            <a:r>
              <a:rPr lang="en-GB" noProof="0"/>
              <a:t>Title of the presentation on three lines - Lorem impsum dolor sit amet consectetuer adipiscing elit, sed diam nonummy</a:t>
            </a:r>
          </a:p>
        </p:txBody>
      </p:sp>
      <p:sp>
        <p:nvSpPr>
          <p:cNvPr id="6" name="Espace réservé du numéro de diapositive 5"/>
          <p:cNvSpPr>
            <a:spLocks noGrp="1"/>
          </p:cNvSpPr>
          <p:nvPr>
            <p:ph type="sldNum" sz="quarter" idx="16"/>
          </p:nvPr>
        </p:nvSpPr>
        <p:spPr bwMode="gray"/>
        <p:txBody>
          <a:bodyPr/>
          <a:lstStyle/>
          <a:p>
            <a:fld id="{733122C9-A0B9-462F-8757-0847AD287B63}" type="slidenum">
              <a:rPr lang="en-GB" noProof="0" smtClean="0"/>
              <a:pPr/>
              <a:t>‹#›</a:t>
            </a:fld>
            <a:endParaRPr lang="en-GB" noProof="0"/>
          </a:p>
        </p:txBody>
      </p:sp>
    </p:spTree>
    <p:extLst>
      <p:ext uri="{BB962C8B-B14F-4D97-AF65-F5344CB8AC3E}">
        <p14:creationId xmlns:p14="http://schemas.microsoft.com/office/powerpoint/2010/main" val="3661129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ontents">
    <p:spTree>
      <p:nvGrpSpPr>
        <p:cNvPr id="1" name=""/>
        <p:cNvGrpSpPr/>
        <p:nvPr/>
      </p:nvGrpSpPr>
      <p:grpSpPr>
        <a:xfrm>
          <a:off x="0" y="0"/>
          <a:ext cx="0" cy="0"/>
          <a:chOff x="0" y="0"/>
          <a:chExt cx="0" cy="0"/>
        </a:xfrm>
      </p:grpSpPr>
      <p:sp>
        <p:nvSpPr>
          <p:cNvPr id="3" name="Espace réservé du contenu 2"/>
          <p:cNvSpPr>
            <a:spLocks noGrp="1"/>
          </p:cNvSpPr>
          <p:nvPr>
            <p:ph idx="1" hasCustomPrompt="1"/>
          </p:nvPr>
        </p:nvSpPr>
        <p:spPr bwMode="gray">
          <a:xfrm>
            <a:off x="792000" y="1483200"/>
            <a:ext cx="4800000" cy="4717575"/>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10" name="Espace réservé du contenu 2"/>
          <p:cNvSpPr>
            <a:spLocks noGrp="1"/>
          </p:cNvSpPr>
          <p:nvPr>
            <p:ph idx="14" hasCustomPrompt="1"/>
          </p:nvPr>
        </p:nvSpPr>
        <p:spPr bwMode="gray">
          <a:xfrm>
            <a:off x="6597600" y="1483200"/>
            <a:ext cx="4800000" cy="4717575"/>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2" name="Titre 1"/>
          <p:cNvSpPr>
            <a:spLocks noGrp="1"/>
          </p:cNvSpPr>
          <p:nvPr>
            <p:ph type="title" hasCustomPrompt="1"/>
          </p:nvPr>
        </p:nvSpPr>
        <p:spPr>
          <a:xfrm>
            <a:off x="792000" y="557645"/>
            <a:ext cx="10605600" cy="648000"/>
          </a:xfrm>
        </p:spPr>
        <p:txBody>
          <a:bodyPr/>
          <a:lstStyle>
            <a:lvl1pPr>
              <a:defRPr/>
            </a:lvl1pPr>
          </a:lstStyle>
          <a:p>
            <a:r>
              <a:rPr lang="en-GB" noProof="0"/>
              <a:t>Title</a:t>
            </a:r>
          </a:p>
        </p:txBody>
      </p:sp>
    </p:spTree>
    <p:extLst>
      <p:ext uri="{BB962C8B-B14F-4D97-AF65-F5344CB8AC3E}">
        <p14:creationId xmlns:p14="http://schemas.microsoft.com/office/powerpoint/2010/main" val="10559821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ontents_subtitle">
    <p:spTree>
      <p:nvGrpSpPr>
        <p:cNvPr id="1" name=""/>
        <p:cNvGrpSpPr/>
        <p:nvPr/>
      </p:nvGrpSpPr>
      <p:grpSpPr>
        <a:xfrm>
          <a:off x="0" y="0"/>
          <a:ext cx="0" cy="0"/>
          <a:chOff x="0" y="0"/>
          <a:chExt cx="0" cy="0"/>
        </a:xfrm>
      </p:grpSpPr>
      <p:sp>
        <p:nvSpPr>
          <p:cNvPr id="3" name="Espace réservé du contenu 2"/>
          <p:cNvSpPr>
            <a:spLocks noGrp="1"/>
          </p:cNvSpPr>
          <p:nvPr>
            <p:ph idx="1" hasCustomPrompt="1"/>
          </p:nvPr>
        </p:nvSpPr>
        <p:spPr bwMode="gray">
          <a:xfrm>
            <a:off x="792000" y="2019320"/>
            <a:ext cx="4800000" cy="4181455"/>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12" name="Espace réservé du texte 11"/>
          <p:cNvSpPr>
            <a:spLocks noGrp="1"/>
          </p:cNvSpPr>
          <p:nvPr>
            <p:ph type="body" sz="quarter" idx="13" hasCustomPrompt="1"/>
          </p:nvPr>
        </p:nvSpPr>
        <p:spPr bwMode="gray">
          <a:xfrm>
            <a:off x="792000" y="1467061"/>
            <a:ext cx="10605600" cy="360000"/>
          </a:xfrm>
        </p:spPr>
        <p:txBody>
          <a:bodyPr>
            <a:noAutofit/>
          </a:bodyPr>
          <a:lstStyle>
            <a:lvl1pPr marL="0" indent="0">
              <a:spcBef>
                <a:spcPts val="0"/>
              </a:spcBef>
              <a:buNone/>
              <a:defRPr sz="2200">
                <a:solidFill>
                  <a:schemeClr val="accent1"/>
                </a:solidFill>
              </a:defRPr>
            </a:lvl1pPr>
            <a:lvl2pPr marL="0" indent="0">
              <a:buNone/>
              <a:defRPr sz="1200"/>
            </a:lvl2pPr>
            <a:lvl3pPr marL="0" indent="0">
              <a:buNone/>
              <a:defRPr sz="1200"/>
            </a:lvl3pPr>
            <a:lvl4pPr marL="0" indent="0">
              <a:buNone/>
              <a:defRPr sz="1200"/>
            </a:lvl4pPr>
            <a:lvl5pPr marL="0" indent="0">
              <a:buNone/>
              <a:defRPr sz="1200"/>
            </a:lvl5pPr>
          </a:lstStyle>
          <a:p>
            <a:pPr lvl="0"/>
            <a:r>
              <a:rPr lang="en-GB" noProof="0"/>
              <a:t>Subtitle</a:t>
            </a:r>
          </a:p>
        </p:txBody>
      </p:sp>
      <p:sp>
        <p:nvSpPr>
          <p:cNvPr id="4" name="Titre 3"/>
          <p:cNvSpPr>
            <a:spLocks noGrp="1"/>
          </p:cNvSpPr>
          <p:nvPr>
            <p:ph type="title" hasCustomPrompt="1"/>
          </p:nvPr>
        </p:nvSpPr>
        <p:spPr bwMode="gray">
          <a:xfrm>
            <a:off x="792000" y="557645"/>
            <a:ext cx="10605600" cy="648000"/>
          </a:xfrm>
        </p:spPr>
        <p:txBody>
          <a:bodyPr/>
          <a:lstStyle>
            <a:lvl1pPr>
              <a:defRPr>
                <a:solidFill>
                  <a:schemeClr val="accent3"/>
                </a:solidFill>
              </a:defRPr>
            </a:lvl1pPr>
          </a:lstStyle>
          <a:p>
            <a:r>
              <a:rPr lang="en-GB" noProof="0"/>
              <a:t>Title</a:t>
            </a:r>
          </a:p>
        </p:txBody>
      </p:sp>
      <p:sp>
        <p:nvSpPr>
          <p:cNvPr id="10" name="Espace réservé du contenu 2"/>
          <p:cNvSpPr>
            <a:spLocks noGrp="1"/>
          </p:cNvSpPr>
          <p:nvPr>
            <p:ph idx="14" hasCustomPrompt="1"/>
          </p:nvPr>
        </p:nvSpPr>
        <p:spPr bwMode="gray">
          <a:xfrm>
            <a:off x="6597600" y="2019320"/>
            <a:ext cx="4800000" cy="4181455"/>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Tree>
    <p:extLst>
      <p:ext uri="{BB962C8B-B14F-4D97-AF65-F5344CB8AC3E}">
        <p14:creationId xmlns:p14="http://schemas.microsoft.com/office/powerpoint/2010/main" val="11286147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s_conclusion">
    <p:spTree>
      <p:nvGrpSpPr>
        <p:cNvPr id="1" name=""/>
        <p:cNvGrpSpPr/>
        <p:nvPr/>
      </p:nvGrpSpPr>
      <p:grpSpPr>
        <a:xfrm>
          <a:off x="0" y="0"/>
          <a:ext cx="0" cy="0"/>
          <a:chOff x="0" y="0"/>
          <a:chExt cx="0" cy="0"/>
        </a:xfrm>
      </p:grpSpPr>
      <p:sp>
        <p:nvSpPr>
          <p:cNvPr id="3" name="Espace réservé du contenu 2"/>
          <p:cNvSpPr>
            <a:spLocks noGrp="1"/>
          </p:cNvSpPr>
          <p:nvPr>
            <p:ph idx="1" hasCustomPrompt="1"/>
          </p:nvPr>
        </p:nvSpPr>
        <p:spPr bwMode="gray">
          <a:xfrm>
            <a:off x="792000" y="1483200"/>
            <a:ext cx="10605600" cy="3888000"/>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5" name="Espace réservé du texte 4"/>
          <p:cNvSpPr>
            <a:spLocks noGrp="1"/>
          </p:cNvSpPr>
          <p:nvPr>
            <p:ph type="body" sz="quarter" idx="14" hasCustomPrompt="1"/>
          </p:nvPr>
        </p:nvSpPr>
        <p:spPr bwMode="gray">
          <a:xfrm>
            <a:off x="792000" y="5409084"/>
            <a:ext cx="10605600" cy="684213"/>
          </a:xfrm>
          <a:prstGeom prst="roundRect">
            <a:avLst>
              <a:gd name="adj" fmla="val 50000"/>
            </a:avLst>
          </a:prstGeom>
          <a:solidFill>
            <a:schemeClr val="accent3"/>
          </a:solidFill>
        </p:spPr>
        <p:txBody>
          <a:bodyPr lIns="720000" rIns="720000" anchor="ctr" anchorCtr="0">
            <a:normAutofit/>
          </a:bodyPr>
          <a:lstStyle>
            <a:lvl1pPr marL="0" indent="0" algn="ctr">
              <a:spcBef>
                <a:spcPts val="0"/>
              </a:spcBef>
              <a:buNone/>
              <a:defRPr sz="1800" b="1">
                <a:solidFill>
                  <a:schemeClr val="bg1"/>
                </a:solidFill>
              </a:defRPr>
            </a:lvl1pPr>
          </a:lstStyle>
          <a:p>
            <a:pPr lvl="0"/>
            <a:r>
              <a:rPr lang="en-GB" noProof="0"/>
              <a:t>Conclusion / Key message </a:t>
            </a:r>
          </a:p>
        </p:txBody>
      </p:sp>
      <p:sp>
        <p:nvSpPr>
          <p:cNvPr id="11" name="Espace réservé du texte 4"/>
          <p:cNvSpPr>
            <a:spLocks noGrp="1"/>
          </p:cNvSpPr>
          <p:nvPr>
            <p:ph type="body" sz="quarter" idx="15" hasCustomPrompt="1"/>
          </p:nvPr>
        </p:nvSpPr>
        <p:spPr bwMode="gray">
          <a:xfrm>
            <a:off x="10713600" y="5409084"/>
            <a:ext cx="684000" cy="684213"/>
          </a:xfrm>
          <a:prstGeom prst="roundRect">
            <a:avLst>
              <a:gd name="adj" fmla="val 50000"/>
            </a:avLst>
          </a:prstGeom>
          <a:solidFill>
            <a:schemeClr val="accent1"/>
          </a:solidFill>
        </p:spPr>
        <p:txBody>
          <a:bodyPr anchor="ctr" anchorCtr="0">
            <a:normAutofit/>
          </a:bodyPr>
          <a:lstStyle>
            <a:lvl1pPr marL="0" indent="0" algn="ctr">
              <a:buNone/>
              <a:defRPr sz="1800" b="1" baseline="0">
                <a:solidFill>
                  <a:schemeClr val="tx1">
                    <a:alpha val="0"/>
                  </a:schemeClr>
                </a:solidFill>
              </a:defRPr>
            </a:lvl1pPr>
          </a:lstStyle>
          <a:p>
            <a:pPr lvl="0"/>
            <a:r>
              <a:rPr lang="en-GB" noProof="0"/>
              <a:t> </a:t>
            </a:r>
          </a:p>
        </p:txBody>
      </p:sp>
      <p:sp>
        <p:nvSpPr>
          <p:cNvPr id="4" name="Titre 3"/>
          <p:cNvSpPr>
            <a:spLocks noGrp="1"/>
          </p:cNvSpPr>
          <p:nvPr>
            <p:ph type="title" hasCustomPrompt="1"/>
          </p:nvPr>
        </p:nvSpPr>
        <p:spPr bwMode="gray">
          <a:xfrm>
            <a:off x="792000" y="557645"/>
            <a:ext cx="10605600" cy="648000"/>
          </a:xfrm>
        </p:spPr>
        <p:txBody>
          <a:bodyPr/>
          <a:lstStyle>
            <a:lvl1pPr>
              <a:defRPr/>
            </a:lvl1pPr>
          </a:lstStyle>
          <a:p>
            <a:r>
              <a:rPr lang="en-GB" noProof="0"/>
              <a:t>Title</a:t>
            </a:r>
          </a:p>
        </p:txBody>
      </p:sp>
    </p:spTree>
    <p:extLst>
      <p:ext uri="{BB962C8B-B14F-4D97-AF65-F5344CB8AC3E}">
        <p14:creationId xmlns:p14="http://schemas.microsoft.com/office/powerpoint/2010/main" val="32614530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s_subtitle_conclusion">
    <p:spTree>
      <p:nvGrpSpPr>
        <p:cNvPr id="1" name=""/>
        <p:cNvGrpSpPr/>
        <p:nvPr/>
      </p:nvGrpSpPr>
      <p:grpSpPr>
        <a:xfrm>
          <a:off x="0" y="0"/>
          <a:ext cx="0" cy="0"/>
          <a:chOff x="0" y="0"/>
          <a:chExt cx="0" cy="0"/>
        </a:xfrm>
      </p:grpSpPr>
      <p:sp>
        <p:nvSpPr>
          <p:cNvPr id="3" name="Espace réservé du contenu 2"/>
          <p:cNvSpPr>
            <a:spLocks noGrp="1"/>
          </p:cNvSpPr>
          <p:nvPr>
            <p:ph idx="1" hasCustomPrompt="1"/>
          </p:nvPr>
        </p:nvSpPr>
        <p:spPr bwMode="gray">
          <a:xfrm>
            <a:off x="792000" y="2019320"/>
            <a:ext cx="10605600" cy="3348000"/>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12" name="Espace réservé du texte 11"/>
          <p:cNvSpPr>
            <a:spLocks noGrp="1"/>
          </p:cNvSpPr>
          <p:nvPr>
            <p:ph type="body" sz="quarter" idx="13" hasCustomPrompt="1"/>
          </p:nvPr>
        </p:nvSpPr>
        <p:spPr bwMode="gray">
          <a:xfrm>
            <a:off x="792000" y="1467061"/>
            <a:ext cx="10605600" cy="360000"/>
          </a:xfrm>
        </p:spPr>
        <p:txBody>
          <a:bodyPr>
            <a:normAutofit/>
          </a:bodyPr>
          <a:lstStyle>
            <a:lvl1pPr marL="0" indent="0">
              <a:spcBef>
                <a:spcPts val="0"/>
              </a:spcBef>
              <a:buNone/>
              <a:defRPr sz="2200">
                <a:solidFill>
                  <a:schemeClr val="accent1"/>
                </a:solidFill>
              </a:defRPr>
            </a:lvl1pPr>
            <a:lvl2pPr marL="0" indent="0">
              <a:buNone/>
              <a:defRPr sz="1200"/>
            </a:lvl2pPr>
            <a:lvl3pPr marL="0" indent="0">
              <a:buNone/>
              <a:defRPr sz="1200"/>
            </a:lvl3pPr>
            <a:lvl4pPr marL="0" indent="0">
              <a:buNone/>
              <a:defRPr sz="1200"/>
            </a:lvl4pPr>
            <a:lvl5pPr marL="0" indent="0">
              <a:buNone/>
              <a:defRPr sz="1200"/>
            </a:lvl5pPr>
          </a:lstStyle>
          <a:p>
            <a:pPr lvl="0"/>
            <a:r>
              <a:rPr lang="en-GB" noProof="0"/>
              <a:t>Subtitle</a:t>
            </a:r>
          </a:p>
        </p:txBody>
      </p:sp>
      <p:sp>
        <p:nvSpPr>
          <p:cNvPr id="5" name="Espace réservé du texte 4"/>
          <p:cNvSpPr>
            <a:spLocks noGrp="1"/>
          </p:cNvSpPr>
          <p:nvPr>
            <p:ph type="body" sz="quarter" idx="14" hasCustomPrompt="1"/>
          </p:nvPr>
        </p:nvSpPr>
        <p:spPr bwMode="gray">
          <a:xfrm>
            <a:off x="792000" y="5409084"/>
            <a:ext cx="10605600" cy="684213"/>
          </a:xfrm>
          <a:prstGeom prst="roundRect">
            <a:avLst>
              <a:gd name="adj" fmla="val 50000"/>
            </a:avLst>
          </a:prstGeom>
          <a:solidFill>
            <a:schemeClr val="accent3"/>
          </a:solidFill>
        </p:spPr>
        <p:txBody>
          <a:bodyPr lIns="720000" rIns="720000" anchor="ctr" anchorCtr="0">
            <a:normAutofit/>
          </a:bodyPr>
          <a:lstStyle>
            <a:lvl1pPr marL="0" indent="0" algn="ctr">
              <a:spcBef>
                <a:spcPts val="0"/>
              </a:spcBef>
              <a:buNone/>
              <a:defRPr sz="1800" b="1">
                <a:solidFill>
                  <a:schemeClr val="bg1"/>
                </a:solidFill>
              </a:defRPr>
            </a:lvl1pPr>
          </a:lstStyle>
          <a:p>
            <a:pPr lvl="0"/>
            <a:r>
              <a:rPr lang="en-GB" noProof="0"/>
              <a:t>Conclusion / Key message </a:t>
            </a:r>
          </a:p>
        </p:txBody>
      </p:sp>
      <p:sp>
        <p:nvSpPr>
          <p:cNvPr id="11" name="Espace réservé du texte 4"/>
          <p:cNvSpPr>
            <a:spLocks noGrp="1"/>
          </p:cNvSpPr>
          <p:nvPr>
            <p:ph type="body" sz="quarter" idx="15" hasCustomPrompt="1"/>
          </p:nvPr>
        </p:nvSpPr>
        <p:spPr bwMode="gray">
          <a:xfrm>
            <a:off x="10713600" y="5409084"/>
            <a:ext cx="684000" cy="684213"/>
          </a:xfrm>
          <a:prstGeom prst="roundRect">
            <a:avLst>
              <a:gd name="adj" fmla="val 50000"/>
            </a:avLst>
          </a:prstGeom>
          <a:solidFill>
            <a:schemeClr val="accent1"/>
          </a:solidFill>
        </p:spPr>
        <p:txBody>
          <a:bodyPr anchor="ctr" anchorCtr="0">
            <a:normAutofit/>
          </a:bodyPr>
          <a:lstStyle>
            <a:lvl1pPr marL="0" indent="0" algn="ctr">
              <a:buNone/>
              <a:defRPr sz="1800" b="1" baseline="0">
                <a:solidFill>
                  <a:schemeClr val="tx1">
                    <a:alpha val="0"/>
                  </a:schemeClr>
                </a:solidFill>
              </a:defRPr>
            </a:lvl1pPr>
          </a:lstStyle>
          <a:p>
            <a:pPr lvl="0"/>
            <a:r>
              <a:rPr lang="en-GB" noProof="0"/>
              <a:t> </a:t>
            </a:r>
          </a:p>
        </p:txBody>
      </p:sp>
      <p:sp>
        <p:nvSpPr>
          <p:cNvPr id="4" name="Titre 3"/>
          <p:cNvSpPr>
            <a:spLocks noGrp="1"/>
          </p:cNvSpPr>
          <p:nvPr>
            <p:ph type="title" hasCustomPrompt="1"/>
          </p:nvPr>
        </p:nvSpPr>
        <p:spPr bwMode="gray">
          <a:xfrm>
            <a:off x="792000" y="557645"/>
            <a:ext cx="10605600" cy="648000"/>
          </a:xfrm>
        </p:spPr>
        <p:txBody>
          <a:bodyPr/>
          <a:lstStyle>
            <a:lvl1pPr>
              <a:defRPr/>
            </a:lvl1pPr>
          </a:lstStyle>
          <a:p>
            <a:r>
              <a:rPr lang="en-GB" noProof="0"/>
              <a:t>Title</a:t>
            </a:r>
          </a:p>
        </p:txBody>
      </p:sp>
    </p:spTree>
    <p:extLst>
      <p:ext uri="{BB962C8B-B14F-4D97-AF65-F5344CB8AC3E}">
        <p14:creationId xmlns:p14="http://schemas.microsoft.com/office/powerpoint/2010/main" val="10316652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Contents_conclusion">
    <p:spTree>
      <p:nvGrpSpPr>
        <p:cNvPr id="1" name=""/>
        <p:cNvGrpSpPr/>
        <p:nvPr/>
      </p:nvGrpSpPr>
      <p:grpSpPr>
        <a:xfrm>
          <a:off x="0" y="0"/>
          <a:ext cx="0" cy="0"/>
          <a:chOff x="0" y="0"/>
          <a:chExt cx="0" cy="0"/>
        </a:xfrm>
      </p:grpSpPr>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5" name="Espace réservé du texte 4"/>
          <p:cNvSpPr>
            <a:spLocks noGrp="1"/>
          </p:cNvSpPr>
          <p:nvPr>
            <p:ph type="body" sz="quarter" idx="14" hasCustomPrompt="1"/>
          </p:nvPr>
        </p:nvSpPr>
        <p:spPr bwMode="gray">
          <a:xfrm>
            <a:off x="792000" y="5409084"/>
            <a:ext cx="10605600" cy="684213"/>
          </a:xfrm>
          <a:prstGeom prst="roundRect">
            <a:avLst>
              <a:gd name="adj" fmla="val 50000"/>
            </a:avLst>
          </a:prstGeom>
          <a:solidFill>
            <a:schemeClr val="accent3"/>
          </a:solidFill>
        </p:spPr>
        <p:txBody>
          <a:bodyPr lIns="720000" rIns="720000" anchor="ctr" anchorCtr="0">
            <a:normAutofit/>
          </a:bodyPr>
          <a:lstStyle>
            <a:lvl1pPr marL="0" indent="0" algn="ctr">
              <a:spcBef>
                <a:spcPts val="0"/>
              </a:spcBef>
              <a:buNone/>
              <a:defRPr sz="1800" b="1">
                <a:solidFill>
                  <a:schemeClr val="bg1"/>
                </a:solidFill>
              </a:defRPr>
            </a:lvl1pPr>
          </a:lstStyle>
          <a:p>
            <a:pPr lvl="0"/>
            <a:r>
              <a:rPr lang="en-GB" noProof="0"/>
              <a:t>Conclusion / Key message </a:t>
            </a:r>
          </a:p>
        </p:txBody>
      </p:sp>
      <p:sp>
        <p:nvSpPr>
          <p:cNvPr id="11" name="Espace réservé du texte 4"/>
          <p:cNvSpPr>
            <a:spLocks noGrp="1"/>
          </p:cNvSpPr>
          <p:nvPr>
            <p:ph type="body" sz="quarter" idx="15" hasCustomPrompt="1"/>
          </p:nvPr>
        </p:nvSpPr>
        <p:spPr bwMode="gray">
          <a:xfrm>
            <a:off x="10713600" y="5409084"/>
            <a:ext cx="684000" cy="684213"/>
          </a:xfrm>
          <a:prstGeom prst="roundRect">
            <a:avLst>
              <a:gd name="adj" fmla="val 50000"/>
            </a:avLst>
          </a:prstGeom>
          <a:solidFill>
            <a:schemeClr val="accent1"/>
          </a:solidFill>
        </p:spPr>
        <p:txBody>
          <a:bodyPr anchor="ctr" anchorCtr="0">
            <a:normAutofit/>
          </a:bodyPr>
          <a:lstStyle>
            <a:lvl1pPr marL="0" indent="0" algn="ctr">
              <a:buNone/>
              <a:defRPr sz="1800" b="1" baseline="0">
                <a:solidFill>
                  <a:schemeClr val="tx1">
                    <a:alpha val="0"/>
                  </a:schemeClr>
                </a:solidFill>
              </a:defRPr>
            </a:lvl1pPr>
          </a:lstStyle>
          <a:p>
            <a:pPr lvl="0"/>
            <a:r>
              <a:rPr lang="en-GB" noProof="0"/>
              <a:t> </a:t>
            </a:r>
          </a:p>
        </p:txBody>
      </p:sp>
      <p:sp>
        <p:nvSpPr>
          <p:cNvPr id="4" name="Titre 3"/>
          <p:cNvSpPr>
            <a:spLocks noGrp="1"/>
          </p:cNvSpPr>
          <p:nvPr>
            <p:ph type="title" hasCustomPrompt="1"/>
          </p:nvPr>
        </p:nvSpPr>
        <p:spPr bwMode="gray">
          <a:xfrm>
            <a:off x="792000" y="557645"/>
            <a:ext cx="10605600" cy="648000"/>
          </a:xfrm>
        </p:spPr>
        <p:txBody>
          <a:bodyPr/>
          <a:lstStyle>
            <a:lvl1pPr>
              <a:defRPr/>
            </a:lvl1pPr>
          </a:lstStyle>
          <a:p>
            <a:r>
              <a:rPr lang="en-GB" noProof="0"/>
              <a:t>Title</a:t>
            </a:r>
          </a:p>
        </p:txBody>
      </p:sp>
      <p:sp>
        <p:nvSpPr>
          <p:cNvPr id="10" name="Espace réservé du contenu 2"/>
          <p:cNvSpPr>
            <a:spLocks noGrp="1"/>
          </p:cNvSpPr>
          <p:nvPr>
            <p:ph idx="1" hasCustomPrompt="1"/>
          </p:nvPr>
        </p:nvSpPr>
        <p:spPr bwMode="gray">
          <a:xfrm>
            <a:off x="792000" y="1483199"/>
            <a:ext cx="4800000" cy="3888000"/>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12" name="Espace réservé du contenu 2"/>
          <p:cNvSpPr>
            <a:spLocks noGrp="1"/>
          </p:cNvSpPr>
          <p:nvPr>
            <p:ph idx="16" hasCustomPrompt="1"/>
          </p:nvPr>
        </p:nvSpPr>
        <p:spPr bwMode="gray">
          <a:xfrm>
            <a:off x="6597600" y="1483199"/>
            <a:ext cx="4800000" cy="3888000"/>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Tree>
    <p:extLst>
      <p:ext uri="{BB962C8B-B14F-4D97-AF65-F5344CB8AC3E}">
        <p14:creationId xmlns:p14="http://schemas.microsoft.com/office/powerpoint/2010/main" val="25483415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s_subtitle_conclusion">
    <p:spTree>
      <p:nvGrpSpPr>
        <p:cNvPr id="1" name=""/>
        <p:cNvGrpSpPr/>
        <p:nvPr/>
      </p:nvGrpSpPr>
      <p:grpSpPr>
        <a:xfrm>
          <a:off x="0" y="0"/>
          <a:ext cx="0" cy="0"/>
          <a:chOff x="0" y="0"/>
          <a:chExt cx="0" cy="0"/>
        </a:xfrm>
      </p:grpSpPr>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12" name="Espace réservé du texte 11"/>
          <p:cNvSpPr>
            <a:spLocks noGrp="1"/>
          </p:cNvSpPr>
          <p:nvPr>
            <p:ph type="body" sz="quarter" idx="13" hasCustomPrompt="1"/>
          </p:nvPr>
        </p:nvSpPr>
        <p:spPr bwMode="gray">
          <a:xfrm>
            <a:off x="792000" y="1467061"/>
            <a:ext cx="10605600" cy="360000"/>
          </a:xfrm>
        </p:spPr>
        <p:txBody>
          <a:bodyPr>
            <a:normAutofit/>
          </a:bodyPr>
          <a:lstStyle>
            <a:lvl1pPr marL="0" indent="0">
              <a:spcBef>
                <a:spcPts val="0"/>
              </a:spcBef>
              <a:buNone/>
              <a:defRPr sz="2200">
                <a:solidFill>
                  <a:schemeClr val="accent1"/>
                </a:solidFill>
              </a:defRPr>
            </a:lvl1pPr>
            <a:lvl2pPr marL="0" indent="0">
              <a:buNone/>
              <a:defRPr sz="1200"/>
            </a:lvl2pPr>
            <a:lvl3pPr marL="0" indent="0">
              <a:buNone/>
              <a:defRPr sz="1200"/>
            </a:lvl3pPr>
            <a:lvl4pPr marL="0" indent="0">
              <a:buNone/>
              <a:defRPr sz="1200"/>
            </a:lvl4pPr>
            <a:lvl5pPr marL="0" indent="0">
              <a:buNone/>
              <a:defRPr sz="1200"/>
            </a:lvl5pPr>
          </a:lstStyle>
          <a:p>
            <a:pPr lvl="0"/>
            <a:r>
              <a:rPr lang="en-GB" noProof="0"/>
              <a:t>Subtitle</a:t>
            </a:r>
          </a:p>
        </p:txBody>
      </p:sp>
      <p:sp>
        <p:nvSpPr>
          <p:cNvPr id="5" name="Espace réservé du texte 4"/>
          <p:cNvSpPr>
            <a:spLocks noGrp="1"/>
          </p:cNvSpPr>
          <p:nvPr>
            <p:ph type="body" sz="quarter" idx="14" hasCustomPrompt="1"/>
          </p:nvPr>
        </p:nvSpPr>
        <p:spPr bwMode="gray">
          <a:xfrm>
            <a:off x="792000" y="5409084"/>
            <a:ext cx="10605600" cy="684213"/>
          </a:xfrm>
          <a:prstGeom prst="roundRect">
            <a:avLst>
              <a:gd name="adj" fmla="val 50000"/>
            </a:avLst>
          </a:prstGeom>
          <a:solidFill>
            <a:schemeClr val="accent3"/>
          </a:solidFill>
        </p:spPr>
        <p:txBody>
          <a:bodyPr lIns="720000" rIns="720000" anchor="ctr" anchorCtr="0">
            <a:normAutofit/>
          </a:bodyPr>
          <a:lstStyle>
            <a:lvl1pPr marL="0" indent="0" algn="ctr">
              <a:spcBef>
                <a:spcPts val="0"/>
              </a:spcBef>
              <a:buNone/>
              <a:defRPr sz="1800" b="1">
                <a:solidFill>
                  <a:schemeClr val="bg1"/>
                </a:solidFill>
              </a:defRPr>
            </a:lvl1pPr>
          </a:lstStyle>
          <a:p>
            <a:pPr lvl="0"/>
            <a:r>
              <a:rPr lang="en-GB" noProof="0"/>
              <a:t>Conclusion / Key message </a:t>
            </a:r>
          </a:p>
        </p:txBody>
      </p:sp>
      <p:sp>
        <p:nvSpPr>
          <p:cNvPr id="11" name="Espace réservé du texte 4"/>
          <p:cNvSpPr>
            <a:spLocks noGrp="1"/>
          </p:cNvSpPr>
          <p:nvPr>
            <p:ph type="body" sz="quarter" idx="15" hasCustomPrompt="1"/>
          </p:nvPr>
        </p:nvSpPr>
        <p:spPr bwMode="gray">
          <a:xfrm>
            <a:off x="10713600" y="5409084"/>
            <a:ext cx="684000" cy="684213"/>
          </a:xfrm>
          <a:prstGeom prst="roundRect">
            <a:avLst>
              <a:gd name="adj" fmla="val 50000"/>
            </a:avLst>
          </a:prstGeom>
          <a:solidFill>
            <a:schemeClr val="accent1"/>
          </a:solidFill>
        </p:spPr>
        <p:txBody>
          <a:bodyPr anchor="ctr" anchorCtr="0">
            <a:normAutofit/>
          </a:bodyPr>
          <a:lstStyle>
            <a:lvl1pPr marL="0" indent="0" algn="ctr">
              <a:buNone/>
              <a:defRPr sz="1800" b="1" baseline="0">
                <a:solidFill>
                  <a:schemeClr val="tx1">
                    <a:alpha val="0"/>
                  </a:schemeClr>
                </a:solidFill>
              </a:defRPr>
            </a:lvl1pPr>
          </a:lstStyle>
          <a:p>
            <a:pPr lvl="0"/>
            <a:r>
              <a:rPr lang="en-GB" noProof="0"/>
              <a:t> </a:t>
            </a:r>
          </a:p>
        </p:txBody>
      </p:sp>
      <p:sp>
        <p:nvSpPr>
          <p:cNvPr id="4" name="Titre 3"/>
          <p:cNvSpPr>
            <a:spLocks noGrp="1"/>
          </p:cNvSpPr>
          <p:nvPr>
            <p:ph type="title" hasCustomPrompt="1"/>
          </p:nvPr>
        </p:nvSpPr>
        <p:spPr bwMode="gray">
          <a:xfrm>
            <a:off x="792000" y="557645"/>
            <a:ext cx="10605600" cy="648000"/>
          </a:xfrm>
        </p:spPr>
        <p:txBody>
          <a:bodyPr/>
          <a:lstStyle>
            <a:lvl1pPr>
              <a:defRPr/>
            </a:lvl1pPr>
          </a:lstStyle>
          <a:p>
            <a:r>
              <a:rPr lang="en-GB" noProof="0"/>
              <a:t>Title</a:t>
            </a:r>
          </a:p>
        </p:txBody>
      </p:sp>
      <p:sp>
        <p:nvSpPr>
          <p:cNvPr id="14" name="Espace réservé du contenu 2"/>
          <p:cNvSpPr>
            <a:spLocks noGrp="1"/>
          </p:cNvSpPr>
          <p:nvPr>
            <p:ph idx="1" hasCustomPrompt="1"/>
          </p:nvPr>
        </p:nvSpPr>
        <p:spPr bwMode="gray">
          <a:xfrm>
            <a:off x="792000" y="2019319"/>
            <a:ext cx="4800000" cy="3348000"/>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15" name="Espace réservé du contenu 2"/>
          <p:cNvSpPr>
            <a:spLocks noGrp="1"/>
          </p:cNvSpPr>
          <p:nvPr>
            <p:ph idx="16" hasCustomPrompt="1"/>
          </p:nvPr>
        </p:nvSpPr>
        <p:spPr bwMode="gray">
          <a:xfrm>
            <a:off x="6597600" y="2019319"/>
            <a:ext cx="4800000" cy="3348000"/>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Tree>
    <p:extLst>
      <p:ext uri="{BB962C8B-B14F-4D97-AF65-F5344CB8AC3E}">
        <p14:creationId xmlns:p14="http://schemas.microsoft.com/office/powerpoint/2010/main" val="36258281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s_1picture_bottom">
    <p:spTree>
      <p:nvGrpSpPr>
        <p:cNvPr id="1" name=""/>
        <p:cNvGrpSpPr/>
        <p:nvPr/>
      </p:nvGrpSpPr>
      <p:grpSpPr>
        <a:xfrm>
          <a:off x="0" y="0"/>
          <a:ext cx="0" cy="0"/>
          <a:chOff x="0" y="0"/>
          <a:chExt cx="0" cy="0"/>
        </a:xfrm>
      </p:grpSpPr>
      <p:sp>
        <p:nvSpPr>
          <p:cNvPr id="16" name="Espace réservé du contenu 15"/>
          <p:cNvSpPr>
            <a:spLocks noGrp="1"/>
          </p:cNvSpPr>
          <p:nvPr>
            <p:ph sz="quarter" idx="17" hasCustomPrompt="1"/>
          </p:nvPr>
        </p:nvSpPr>
        <p:spPr bwMode="gray">
          <a:xfrm>
            <a:off x="792000" y="1483200"/>
            <a:ext cx="10605600" cy="1944000"/>
          </a:xfrm>
        </p:spPr>
        <p:txBody>
          <a:body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13" name="Espace réservé pour une image  15">
            <a:extLst>
              <a:ext uri="{FF2B5EF4-FFF2-40B4-BE49-F238E27FC236}">
                <a16:creationId xmlns:a16="http://schemas.microsoft.com/office/drawing/2014/main" id="{A3FF6568-34B8-4C7C-95F9-D26DA72F510E}"/>
              </a:ext>
            </a:extLst>
          </p:cNvPr>
          <p:cNvSpPr>
            <a:spLocks noGrp="1"/>
          </p:cNvSpPr>
          <p:nvPr>
            <p:ph type="pic" sz="quarter" idx="16" hasCustomPrompt="1"/>
          </p:nvPr>
        </p:nvSpPr>
        <p:spPr bwMode="gray">
          <a:xfrm>
            <a:off x="0" y="3456000"/>
            <a:ext cx="12192000" cy="2736000"/>
          </a:xfrm>
          <a:prstGeom prst="rect">
            <a:avLst/>
          </a:pr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2" name="Titre 1"/>
          <p:cNvSpPr>
            <a:spLocks noGrp="1"/>
          </p:cNvSpPr>
          <p:nvPr>
            <p:ph type="title" hasCustomPrompt="1"/>
          </p:nvPr>
        </p:nvSpPr>
        <p:spPr bwMode="gray">
          <a:xfrm>
            <a:off x="792000" y="557645"/>
            <a:ext cx="10605600" cy="648000"/>
          </a:xfrm>
        </p:spPr>
        <p:txBody>
          <a:bodyPr/>
          <a:lstStyle>
            <a:lvl1pPr>
              <a:defRPr/>
            </a:lvl1pPr>
          </a:lstStyle>
          <a:p>
            <a:r>
              <a:rPr lang="en-GB" noProof="0"/>
              <a:t>Title</a:t>
            </a:r>
          </a:p>
        </p:txBody>
      </p:sp>
      <p:sp>
        <p:nvSpPr>
          <p:cNvPr id="10" name="Espace réservé du texte 4"/>
          <p:cNvSpPr>
            <a:spLocks noGrp="1"/>
          </p:cNvSpPr>
          <p:nvPr>
            <p:ph type="body" sz="quarter" idx="18" hasCustomPrompt="1"/>
          </p:nvPr>
        </p:nvSpPr>
        <p:spPr bwMode="gray">
          <a:xfrm rot="5400000">
            <a:off x="695632" y="3192092"/>
            <a:ext cx="720000" cy="2111264"/>
          </a:xfrm>
          <a:prstGeom prst="round2SameRect">
            <a:avLst>
              <a:gd name="adj1" fmla="val 50000"/>
              <a:gd name="adj2" fmla="val 0"/>
            </a:avLst>
          </a:prstGeom>
          <a:solidFill>
            <a:schemeClr val="bg1"/>
          </a:solidFill>
        </p:spPr>
        <p:txBody>
          <a:bodyPr vert="vert270" tIns="108000" rIns="0" bIns="108000" anchor="ctr" anchorCtr="0">
            <a:normAutofit/>
          </a:bodyPr>
          <a:lstStyle>
            <a:lvl1pPr marL="0" indent="0" algn="l">
              <a:spcBef>
                <a:spcPts val="0"/>
              </a:spcBef>
              <a:buNone/>
              <a:defRPr sz="1000"/>
            </a:lvl1pPr>
          </a:lstStyle>
          <a:p>
            <a:pPr lvl="0"/>
            <a:r>
              <a:rPr lang="en-GB" noProof="0"/>
              <a:t>Caption text</a:t>
            </a:r>
          </a:p>
        </p:txBody>
      </p:sp>
    </p:spTree>
    <p:extLst>
      <p:ext uri="{BB962C8B-B14F-4D97-AF65-F5344CB8AC3E}">
        <p14:creationId xmlns:p14="http://schemas.microsoft.com/office/powerpoint/2010/main" val="2071635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s_subtitle_1picture_bottom">
    <p:spTree>
      <p:nvGrpSpPr>
        <p:cNvPr id="1" name=""/>
        <p:cNvGrpSpPr/>
        <p:nvPr/>
      </p:nvGrpSpPr>
      <p:grpSpPr>
        <a:xfrm>
          <a:off x="0" y="0"/>
          <a:ext cx="0" cy="0"/>
          <a:chOff x="0" y="0"/>
          <a:chExt cx="0" cy="0"/>
        </a:xfrm>
      </p:grpSpPr>
      <p:sp>
        <p:nvSpPr>
          <p:cNvPr id="13" name="Espace réservé pour une image  15">
            <a:extLst>
              <a:ext uri="{FF2B5EF4-FFF2-40B4-BE49-F238E27FC236}">
                <a16:creationId xmlns:a16="http://schemas.microsoft.com/office/drawing/2014/main" id="{A3FF6568-34B8-4C7C-95F9-D26DA72F510E}"/>
              </a:ext>
            </a:extLst>
          </p:cNvPr>
          <p:cNvSpPr>
            <a:spLocks noGrp="1"/>
          </p:cNvSpPr>
          <p:nvPr>
            <p:ph type="pic" sz="quarter" idx="16" hasCustomPrompt="1"/>
          </p:nvPr>
        </p:nvSpPr>
        <p:spPr bwMode="gray">
          <a:xfrm>
            <a:off x="0" y="3456000"/>
            <a:ext cx="12192000" cy="2736000"/>
          </a:xfrm>
          <a:prstGeom prst="rect">
            <a:avLst/>
          </a:pr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12" name="Espace réservé du texte 11"/>
          <p:cNvSpPr>
            <a:spLocks noGrp="1"/>
          </p:cNvSpPr>
          <p:nvPr>
            <p:ph type="body" sz="quarter" idx="13" hasCustomPrompt="1"/>
          </p:nvPr>
        </p:nvSpPr>
        <p:spPr bwMode="gray">
          <a:xfrm>
            <a:off x="792000" y="1467061"/>
            <a:ext cx="10605600" cy="360000"/>
          </a:xfrm>
        </p:spPr>
        <p:txBody>
          <a:bodyPr>
            <a:noAutofit/>
          </a:bodyPr>
          <a:lstStyle>
            <a:lvl1pPr marL="0" indent="0">
              <a:spcBef>
                <a:spcPts val="0"/>
              </a:spcBef>
              <a:buNone/>
              <a:defRPr sz="2200">
                <a:solidFill>
                  <a:schemeClr val="accent1"/>
                </a:solidFill>
              </a:defRPr>
            </a:lvl1pPr>
            <a:lvl2pPr marL="0" indent="0">
              <a:buNone/>
              <a:defRPr sz="1200"/>
            </a:lvl2pPr>
            <a:lvl3pPr marL="0" indent="0">
              <a:buNone/>
              <a:defRPr sz="1200"/>
            </a:lvl3pPr>
            <a:lvl4pPr marL="0" indent="0">
              <a:buNone/>
              <a:defRPr sz="1200"/>
            </a:lvl4pPr>
            <a:lvl5pPr marL="0" indent="0">
              <a:buNone/>
              <a:defRPr sz="1200"/>
            </a:lvl5pPr>
          </a:lstStyle>
          <a:p>
            <a:pPr lvl="0"/>
            <a:r>
              <a:rPr lang="en-GB" noProof="0"/>
              <a:t>Subtitle</a:t>
            </a:r>
          </a:p>
        </p:txBody>
      </p:sp>
      <p:sp>
        <p:nvSpPr>
          <p:cNvPr id="16" name="Espace réservé du contenu 15"/>
          <p:cNvSpPr>
            <a:spLocks noGrp="1"/>
          </p:cNvSpPr>
          <p:nvPr>
            <p:ph sz="quarter" idx="17" hasCustomPrompt="1"/>
          </p:nvPr>
        </p:nvSpPr>
        <p:spPr bwMode="gray">
          <a:xfrm>
            <a:off x="792000" y="2019600"/>
            <a:ext cx="10605600" cy="1404000"/>
          </a:xfrm>
        </p:spPr>
        <p:txBody>
          <a:body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2" name="Titre 1"/>
          <p:cNvSpPr>
            <a:spLocks noGrp="1"/>
          </p:cNvSpPr>
          <p:nvPr>
            <p:ph type="title" hasCustomPrompt="1"/>
          </p:nvPr>
        </p:nvSpPr>
        <p:spPr bwMode="gray">
          <a:xfrm>
            <a:off x="792000" y="557645"/>
            <a:ext cx="10605600" cy="648000"/>
          </a:xfrm>
        </p:spPr>
        <p:txBody>
          <a:bodyPr/>
          <a:lstStyle>
            <a:lvl1pPr>
              <a:defRPr/>
            </a:lvl1pPr>
          </a:lstStyle>
          <a:p>
            <a:r>
              <a:rPr lang="en-GB" noProof="0"/>
              <a:t>Title</a:t>
            </a:r>
          </a:p>
        </p:txBody>
      </p:sp>
      <p:sp>
        <p:nvSpPr>
          <p:cNvPr id="10" name="Espace réservé du texte 4"/>
          <p:cNvSpPr>
            <a:spLocks noGrp="1"/>
          </p:cNvSpPr>
          <p:nvPr>
            <p:ph type="body" sz="quarter" idx="18" hasCustomPrompt="1"/>
          </p:nvPr>
        </p:nvSpPr>
        <p:spPr bwMode="gray">
          <a:xfrm rot="5400000">
            <a:off x="695632" y="3192092"/>
            <a:ext cx="720000" cy="2111264"/>
          </a:xfrm>
          <a:prstGeom prst="round2SameRect">
            <a:avLst>
              <a:gd name="adj1" fmla="val 50000"/>
              <a:gd name="adj2" fmla="val 0"/>
            </a:avLst>
          </a:prstGeom>
          <a:solidFill>
            <a:schemeClr val="bg1"/>
          </a:solidFill>
        </p:spPr>
        <p:txBody>
          <a:bodyPr vert="vert270" tIns="108000" rIns="0" bIns="108000" anchor="ctr" anchorCtr="0">
            <a:normAutofit/>
          </a:bodyPr>
          <a:lstStyle>
            <a:lvl1pPr marL="0" indent="0" algn="l">
              <a:spcBef>
                <a:spcPts val="0"/>
              </a:spcBef>
              <a:buNone/>
              <a:defRPr sz="1000"/>
            </a:lvl1pPr>
          </a:lstStyle>
          <a:p>
            <a:pPr lvl="0"/>
            <a:r>
              <a:rPr lang="en-GB" noProof="0"/>
              <a:t>Caption text</a:t>
            </a:r>
          </a:p>
        </p:txBody>
      </p:sp>
    </p:spTree>
    <p:extLst>
      <p:ext uri="{BB962C8B-B14F-4D97-AF65-F5344CB8AC3E}">
        <p14:creationId xmlns:p14="http://schemas.microsoft.com/office/powerpoint/2010/main" val="9766549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s_2_pictures_bottom">
    <p:spTree>
      <p:nvGrpSpPr>
        <p:cNvPr id="1" name=""/>
        <p:cNvGrpSpPr/>
        <p:nvPr/>
      </p:nvGrpSpPr>
      <p:grpSpPr>
        <a:xfrm>
          <a:off x="0" y="0"/>
          <a:ext cx="0" cy="0"/>
          <a:chOff x="0" y="0"/>
          <a:chExt cx="0" cy="0"/>
        </a:xfrm>
      </p:grpSpPr>
      <p:sp>
        <p:nvSpPr>
          <p:cNvPr id="10" name="Espace réservé pour une image  15">
            <a:extLst>
              <a:ext uri="{FF2B5EF4-FFF2-40B4-BE49-F238E27FC236}">
                <a16:creationId xmlns:a16="http://schemas.microsoft.com/office/drawing/2014/main" id="{A3FF6568-34B8-4C7C-95F9-D26DA72F510E}"/>
              </a:ext>
            </a:extLst>
          </p:cNvPr>
          <p:cNvSpPr>
            <a:spLocks noGrp="1"/>
          </p:cNvSpPr>
          <p:nvPr>
            <p:ph type="pic" sz="quarter" idx="14" hasCustomPrompt="1"/>
          </p:nvPr>
        </p:nvSpPr>
        <p:spPr bwMode="gray">
          <a:xfrm>
            <a:off x="6192000" y="3456000"/>
            <a:ext cx="6000000" cy="2736000"/>
          </a:xfrm>
          <a:prstGeom prst="rect">
            <a:avLst/>
          </a:pr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13" name="Espace réservé pour une image  15">
            <a:extLst>
              <a:ext uri="{FF2B5EF4-FFF2-40B4-BE49-F238E27FC236}">
                <a16:creationId xmlns:a16="http://schemas.microsoft.com/office/drawing/2014/main" id="{A3FF6568-34B8-4C7C-95F9-D26DA72F510E}"/>
              </a:ext>
            </a:extLst>
          </p:cNvPr>
          <p:cNvSpPr>
            <a:spLocks noGrp="1"/>
          </p:cNvSpPr>
          <p:nvPr>
            <p:ph type="pic" sz="quarter" idx="16" hasCustomPrompt="1"/>
          </p:nvPr>
        </p:nvSpPr>
        <p:spPr bwMode="gray">
          <a:xfrm>
            <a:off x="0" y="3456000"/>
            <a:ext cx="6000000" cy="2736000"/>
          </a:xfrm>
          <a:prstGeom prst="rect">
            <a:avLst/>
          </a:pr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3" name="Titre 2"/>
          <p:cNvSpPr>
            <a:spLocks noGrp="1"/>
          </p:cNvSpPr>
          <p:nvPr>
            <p:ph type="title" hasCustomPrompt="1"/>
          </p:nvPr>
        </p:nvSpPr>
        <p:spPr bwMode="gray">
          <a:xfrm>
            <a:off x="792000" y="557645"/>
            <a:ext cx="10605600" cy="648000"/>
          </a:xfrm>
        </p:spPr>
        <p:txBody>
          <a:bodyPr/>
          <a:lstStyle>
            <a:lvl1pPr>
              <a:defRPr/>
            </a:lvl1pPr>
          </a:lstStyle>
          <a:p>
            <a:r>
              <a:rPr lang="en-GB" noProof="0"/>
              <a:t>Title</a:t>
            </a:r>
          </a:p>
        </p:txBody>
      </p:sp>
      <p:sp>
        <p:nvSpPr>
          <p:cNvPr id="14" name="Espace réservé du contenu 15"/>
          <p:cNvSpPr>
            <a:spLocks noGrp="1"/>
          </p:cNvSpPr>
          <p:nvPr>
            <p:ph sz="quarter" idx="17" hasCustomPrompt="1"/>
          </p:nvPr>
        </p:nvSpPr>
        <p:spPr bwMode="gray">
          <a:xfrm>
            <a:off x="792000" y="1483200"/>
            <a:ext cx="10605600" cy="1944000"/>
          </a:xfrm>
        </p:spPr>
        <p:txBody>
          <a:body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11" name="Espace réservé du texte 4"/>
          <p:cNvSpPr>
            <a:spLocks noGrp="1"/>
          </p:cNvSpPr>
          <p:nvPr>
            <p:ph type="body" sz="quarter" idx="18" hasCustomPrompt="1"/>
          </p:nvPr>
        </p:nvSpPr>
        <p:spPr bwMode="gray">
          <a:xfrm rot="5400000">
            <a:off x="695632" y="3192092"/>
            <a:ext cx="720000" cy="2111264"/>
          </a:xfrm>
          <a:prstGeom prst="round2SameRect">
            <a:avLst>
              <a:gd name="adj1" fmla="val 50000"/>
              <a:gd name="adj2" fmla="val 0"/>
            </a:avLst>
          </a:prstGeom>
          <a:solidFill>
            <a:schemeClr val="bg1"/>
          </a:solidFill>
        </p:spPr>
        <p:txBody>
          <a:bodyPr vert="vert270" tIns="108000" rIns="0" bIns="108000" anchor="ctr" anchorCtr="0">
            <a:normAutofit/>
          </a:bodyPr>
          <a:lstStyle>
            <a:lvl1pPr marL="0" indent="0" algn="l">
              <a:spcBef>
                <a:spcPts val="0"/>
              </a:spcBef>
              <a:buNone/>
              <a:defRPr sz="1000"/>
            </a:lvl1pPr>
          </a:lstStyle>
          <a:p>
            <a:pPr lvl="0"/>
            <a:r>
              <a:rPr lang="en-GB" noProof="0"/>
              <a:t>Caption text</a:t>
            </a:r>
          </a:p>
        </p:txBody>
      </p:sp>
      <p:sp>
        <p:nvSpPr>
          <p:cNvPr id="15" name="Espace réservé du texte 4"/>
          <p:cNvSpPr>
            <a:spLocks noGrp="1"/>
          </p:cNvSpPr>
          <p:nvPr>
            <p:ph type="body" sz="quarter" idx="19" hasCustomPrompt="1"/>
          </p:nvPr>
        </p:nvSpPr>
        <p:spPr bwMode="gray">
          <a:xfrm rot="5400000">
            <a:off x="6887632" y="3192092"/>
            <a:ext cx="720000" cy="2111264"/>
          </a:xfrm>
          <a:prstGeom prst="round2SameRect">
            <a:avLst>
              <a:gd name="adj1" fmla="val 50000"/>
              <a:gd name="adj2" fmla="val 0"/>
            </a:avLst>
          </a:prstGeom>
          <a:solidFill>
            <a:schemeClr val="bg1"/>
          </a:solidFill>
        </p:spPr>
        <p:txBody>
          <a:bodyPr vert="vert270" tIns="108000" rIns="0" bIns="108000" anchor="ctr" anchorCtr="0">
            <a:normAutofit/>
          </a:bodyPr>
          <a:lstStyle>
            <a:lvl1pPr marL="0" indent="0" algn="l">
              <a:spcBef>
                <a:spcPts val="0"/>
              </a:spcBef>
              <a:buNone/>
              <a:defRPr sz="1000"/>
            </a:lvl1pPr>
          </a:lstStyle>
          <a:p>
            <a:pPr lvl="0"/>
            <a:r>
              <a:rPr lang="en-GB" noProof="0"/>
              <a:t>Caption text</a:t>
            </a:r>
          </a:p>
        </p:txBody>
      </p:sp>
    </p:spTree>
    <p:extLst>
      <p:ext uri="{BB962C8B-B14F-4D97-AF65-F5344CB8AC3E}">
        <p14:creationId xmlns:p14="http://schemas.microsoft.com/office/powerpoint/2010/main" val="1706140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s_subtitle_2_pictures_bottom">
    <p:spTree>
      <p:nvGrpSpPr>
        <p:cNvPr id="1" name=""/>
        <p:cNvGrpSpPr/>
        <p:nvPr/>
      </p:nvGrpSpPr>
      <p:grpSpPr>
        <a:xfrm>
          <a:off x="0" y="0"/>
          <a:ext cx="0" cy="0"/>
          <a:chOff x="0" y="0"/>
          <a:chExt cx="0" cy="0"/>
        </a:xfrm>
      </p:grpSpPr>
      <p:sp>
        <p:nvSpPr>
          <p:cNvPr id="10" name="Espace réservé pour une image  15">
            <a:extLst>
              <a:ext uri="{FF2B5EF4-FFF2-40B4-BE49-F238E27FC236}">
                <a16:creationId xmlns:a16="http://schemas.microsoft.com/office/drawing/2014/main" id="{A3FF6568-34B8-4C7C-95F9-D26DA72F510E}"/>
              </a:ext>
            </a:extLst>
          </p:cNvPr>
          <p:cNvSpPr>
            <a:spLocks noGrp="1"/>
          </p:cNvSpPr>
          <p:nvPr>
            <p:ph type="pic" sz="quarter" idx="14" hasCustomPrompt="1"/>
          </p:nvPr>
        </p:nvSpPr>
        <p:spPr bwMode="gray">
          <a:xfrm>
            <a:off x="6192000" y="3456000"/>
            <a:ext cx="6000000" cy="2736000"/>
          </a:xfrm>
          <a:prstGeom prst="rect">
            <a:avLst/>
          </a:pr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13" name="Espace réservé pour une image  15">
            <a:extLst>
              <a:ext uri="{FF2B5EF4-FFF2-40B4-BE49-F238E27FC236}">
                <a16:creationId xmlns:a16="http://schemas.microsoft.com/office/drawing/2014/main" id="{A3FF6568-34B8-4C7C-95F9-D26DA72F510E}"/>
              </a:ext>
            </a:extLst>
          </p:cNvPr>
          <p:cNvSpPr>
            <a:spLocks noGrp="1"/>
          </p:cNvSpPr>
          <p:nvPr>
            <p:ph type="pic" sz="quarter" idx="16" hasCustomPrompt="1"/>
          </p:nvPr>
        </p:nvSpPr>
        <p:spPr bwMode="gray">
          <a:xfrm>
            <a:off x="0" y="3456000"/>
            <a:ext cx="6000000" cy="2736000"/>
          </a:xfrm>
          <a:prstGeom prst="rect">
            <a:avLst/>
          </a:pr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3" name="Titre 2"/>
          <p:cNvSpPr>
            <a:spLocks noGrp="1"/>
          </p:cNvSpPr>
          <p:nvPr>
            <p:ph type="title" hasCustomPrompt="1"/>
          </p:nvPr>
        </p:nvSpPr>
        <p:spPr bwMode="gray">
          <a:xfrm>
            <a:off x="792000" y="557645"/>
            <a:ext cx="10605600" cy="648000"/>
          </a:xfrm>
        </p:spPr>
        <p:txBody>
          <a:bodyPr/>
          <a:lstStyle>
            <a:lvl1pPr>
              <a:defRPr/>
            </a:lvl1pPr>
          </a:lstStyle>
          <a:p>
            <a:r>
              <a:rPr lang="en-GB" noProof="0"/>
              <a:t>Title</a:t>
            </a:r>
          </a:p>
        </p:txBody>
      </p:sp>
      <p:sp>
        <p:nvSpPr>
          <p:cNvPr id="14" name="Espace réservé du contenu 15"/>
          <p:cNvSpPr>
            <a:spLocks noGrp="1"/>
          </p:cNvSpPr>
          <p:nvPr>
            <p:ph sz="quarter" idx="17" hasCustomPrompt="1"/>
          </p:nvPr>
        </p:nvSpPr>
        <p:spPr bwMode="gray">
          <a:xfrm>
            <a:off x="792000" y="2019600"/>
            <a:ext cx="10605600" cy="1404000"/>
          </a:xfrm>
        </p:spPr>
        <p:txBody>
          <a:body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11" name="Espace réservé du texte 4"/>
          <p:cNvSpPr>
            <a:spLocks noGrp="1"/>
          </p:cNvSpPr>
          <p:nvPr>
            <p:ph type="body" sz="quarter" idx="18" hasCustomPrompt="1"/>
          </p:nvPr>
        </p:nvSpPr>
        <p:spPr bwMode="gray">
          <a:xfrm rot="5400000">
            <a:off x="695632" y="3192092"/>
            <a:ext cx="720000" cy="2111264"/>
          </a:xfrm>
          <a:prstGeom prst="round2SameRect">
            <a:avLst>
              <a:gd name="adj1" fmla="val 50000"/>
              <a:gd name="adj2" fmla="val 0"/>
            </a:avLst>
          </a:prstGeom>
          <a:solidFill>
            <a:schemeClr val="bg1"/>
          </a:solidFill>
        </p:spPr>
        <p:txBody>
          <a:bodyPr vert="vert270" tIns="108000" rIns="0" bIns="108000" anchor="ctr" anchorCtr="0">
            <a:normAutofit/>
          </a:bodyPr>
          <a:lstStyle>
            <a:lvl1pPr marL="0" indent="0" algn="l">
              <a:spcBef>
                <a:spcPts val="0"/>
              </a:spcBef>
              <a:buNone/>
              <a:defRPr sz="1000"/>
            </a:lvl1pPr>
          </a:lstStyle>
          <a:p>
            <a:pPr lvl="0"/>
            <a:r>
              <a:rPr lang="en-GB" noProof="0"/>
              <a:t>Caption text</a:t>
            </a:r>
          </a:p>
        </p:txBody>
      </p:sp>
      <p:sp>
        <p:nvSpPr>
          <p:cNvPr id="15" name="Espace réservé du texte 4"/>
          <p:cNvSpPr>
            <a:spLocks noGrp="1"/>
          </p:cNvSpPr>
          <p:nvPr>
            <p:ph type="body" sz="quarter" idx="19" hasCustomPrompt="1"/>
          </p:nvPr>
        </p:nvSpPr>
        <p:spPr bwMode="gray">
          <a:xfrm rot="5400000">
            <a:off x="6887632" y="3192092"/>
            <a:ext cx="720000" cy="2111264"/>
          </a:xfrm>
          <a:prstGeom prst="round2SameRect">
            <a:avLst>
              <a:gd name="adj1" fmla="val 50000"/>
              <a:gd name="adj2" fmla="val 0"/>
            </a:avLst>
          </a:prstGeom>
          <a:solidFill>
            <a:schemeClr val="bg1"/>
          </a:solidFill>
        </p:spPr>
        <p:txBody>
          <a:bodyPr vert="vert270" tIns="108000" rIns="0" bIns="108000" anchor="ctr" anchorCtr="0">
            <a:normAutofit/>
          </a:bodyPr>
          <a:lstStyle>
            <a:lvl1pPr marL="0" indent="0" algn="l">
              <a:spcBef>
                <a:spcPts val="0"/>
              </a:spcBef>
              <a:buNone/>
              <a:defRPr sz="1000"/>
            </a:lvl1pPr>
          </a:lstStyle>
          <a:p>
            <a:pPr lvl="0"/>
            <a:r>
              <a:rPr lang="en-GB" noProof="0"/>
              <a:t>Caption text</a:t>
            </a:r>
          </a:p>
        </p:txBody>
      </p:sp>
      <p:sp>
        <p:nvSpPr>
          <p:cNvPr id="16" name="Espace réservé du texte 11"/>
          <p:cNvSpPr>
            <a:spLocks noGrp="1"/>
          </p:cNvSpPr>
          <p:nvPr>
            <p:ph type="body" sz="quarter" idx="13" hasCustomPrompt="1"/>
          </p:nvPr>
        </p:nvSpPr>
        <p:spPr bwMode="gray">
          <a:xfrm>
            <a:off x="792000" y="1467061"/>
            <a:ext cx="10605600" cy="360000"/>
          </a:xfrm>
        </p:spPr>
        <p:txBody>
          <a:bodyPr>
            <a:noAutofit/>
          </a:bodyPr>
          <a:lstStyle>
            <a:lvl1pPr marL="0" indent="0">
              <a:spcBef>
                <a:spcPts val="0"/>
              </a:spcBef>
              <a:buNone/>
              <a:defRPr sz="2200">
                <a:solidFill>
                  <a:schemeClr val="accent1"/>
                </a:solidFill>
              </a:defRPr>
            </a:lvl1pPr>
            <a:lvl2pPr marL="0" indent="0">
              <a:buNone/>
              <a:defRPr sz="1200"/>
            </a:lvl2pPr>
            <a:lvl3pPr marL="0" indent="0">
              <a:buNone/>
              <a:defRPr sz="1200"/>
            </a:lvl3pPr>
            <a:lvl4pPr marL="0" indent="0">
              <a:buNone/>
              <a:defRPr sz="1200"/>
            </a:lvl4pPr>
            <a:lvl5pPr marL="0" indent="0">
              <a:buNone/>
              <a:defRPr sz="1200"/>
            </a:lvl5pPr>
          </a:lstStyle>
          <a:p>
            <a:pPr lvl="0"/>
            <a:r>
              <a:rPr lang="en-GB" noProof="0"/>
              <a:t>Subtitle</a:t>
            </a:r>
          </a:p>
        </p:txBody>
      </p:sp>
    </p:spTree>
    <p:extLst>
      <p:ext uri="{BB962C8B-B14F-4D97-AF65-F5344CB8AC3E}">
        <p14:creationId xmlns:p14="http://schemas.microsoft.com/office/powerpoint/2010/main" val="11236993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s_1picture_right">
    <p:spTree>
      <p:nvGrpSpPr>
        <p:cNvPr id="1" name=""/>
        <p:cNvGrpSpPr/>
        <p:nvPr/>
      </p:nvGrpSpPr>
      <p:grpSpPr>
        <a:xfrm>
          <a:off x="0" y="0"/>
          <a:ext cx="0" cy="0"/>
          <a:chOff x="0" y="0"/>
          <a:chExt cx="0" cy="0"/>
        </a:xfrm>
      </p:grpSpPr>
      <p:sp>
        <p:nvSpPr>
          <p:cNvPr id="10" name="Espace réservé pour une image  15">
            <a:extLst>
              <a:ext uri="{FF2B5EF4-FFF2-40B4-BE49-F238E27FC236}">
                <a16:creationId xmlns:a16="http://schemas.microsoft.com/office/drawing/2014/main" id="{A3FF6568-34B8-4C7C-95F9-D26DA72F510E}"/>
              </a:ext>
            </a:extLst>
          </p:cNvPr>
          <p:cNvSpPr>
            <a:spLocks noGrp="1"/>
          </p:cNvSpPr>
          <p:nvPr>
            <p:ph type="pic" sz="quarter" idx="14" hasCustomPrompt="1"/>
          </p:nvPr>
        </p:nvSpPr>
        <p:spPr bwMode="gray">
          <a:xfrm>
            <a:off x="7080000" y="0"/>
            <a:ext cx="5112000" cy="6192000"/>
          </a:xfrm>
          <a:prstGeom prst="rect">
            <a:avLst/>
          </a:pr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3" name="Espace réservé du contenu 2"/>
          <p:cNvSpPr>
            <a:spLocks noGrp="1"/>
          </p:cNvSpPr>
          <p:nvPr>
            <p:ph idx="1" hasCustomPrompt="1"/>
          </p:nvPr>
        </p:nvSpPr>
        <p:spPr bwMode="gray">
          <a:xfrm>
            <a:off x="792000" y="1483200"/>
            <a:ext cx="5828400" cy="4716000"/>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13" name="Espace réservé du texte 4"/>
          <p:cNvSpPr>
            <a:spLocks noGrp="1"/>
          </p:cNvSpPr>
          <p:nvPr>
            <p:ph type="body" sz="quarter" idx="16" hasCustomPrompt="1"/>
          </p:nvPr>
        </p:nvSpPr>
        <p:spPr bwMode="gray">
          <a:xfrm rot="5400000">
            <a:off x="7775632" y="-263908"/>
            <a:ext cx="720000" cy="2111264"/>
          </a:xfrm>
          <a:prstGeom prst="round2SameRect">
            <a:avLst>
              <a:gd name="adj1" fmla="val 50000"/>
              <a:gd name="adj2" fmla="val 0"/>
            </a:avLst>
          </a:prstGeom>
          <a:solidFill>
            <a:schemeClr val="bg1"/>
          </a:solidFill>
        </p:spPr>
        <p:txBody>
          <a:bodyPr vert="vert270" tIns="108000" rIns="0" bIns="108000" anchor="ctr" anchorCtr="0">
            <a:normAutofit/>
          </a:bodyPr>
          <a:lstStyle>
            <a:lvl1pPr marL="0" indent="0" algn="l">
              <a:spcBef>
                <a:spcPts val="0"/>
              </a:spcBef>
              <a:buNone/>
              <a:defRPr sz="1000"/>
            </a:lvl1pPr>
          </a:lstStyle>
          <a:p>
            <a:pPr lvl="0"/>
            <a:r>
              <a:rPr lang="en-GB" noProof="0"/>
              <a:t>Caption text</a:t>
            </a:r>
          </a:p>
        </p:txBody>
      </p:sp>
      <p:sp>
        <p:nvSpPr>
          <p:cNvPr id="4" name="Titre 3"/>
          <p:cNvSpPr>
            <a:spLocks noGrp="1"/>
          </p:cNvSpPr>
          <p:nvPr>
            <p:ph type="title" hasCustomPrompt="1"/>
          </p:nvPr>
        </p:nvSpPr>
        <p:spPr>
          <a:xfrm>
            <a:off x="792000" y="557645"/>
            <a:ext cx="5828400" cy="648000"/>
          </a:xfrm>
        </p:spPr>
        <p:txBody>
          <a:bodyPr/>
          <a:lstStyle>
            <a:lvl1pPr>
              <a:defRPr/>
            </a:lvl1pPr>
          </a:lstStyle>
          <a:p>
            <a:r>
              <a:rPr lang="en-GB" noProof="0"/>
              <a:t>Title</a:t>
            </a:r>
          </a:p>
        </p:txBody>
      </p:sp>
    </p:spTree>
    <p:extLst>
      <p:ext uri="{BB962C8B-B14F-4D97-AF65-F5344CB8AC3E}">
        <p14:creationId xmlns:p14="http://schemas.microsoft.com/office/powerpoint/2010/main" val="21353284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s_subtitle_1picture_right">
    <p:spTree>
      <p:nvGrpSpPr>
        <p:cNvPr id="1" name=""/>
        <p:cNvGrpSpPr/>
        <p:nvPr/>
      </p:nvGrpSpPr>
      <p:grpSpPr>
        <a:xfrm>
          <a:off x="0" y="0"/>
          <a:ext cx="0" cy="0"/>
          <a:chOff x="0" y="0"/>
          <a:chExt cx="0" cy="0"/>
        </a:xfrm>
      </p:grpSpPr>
      <p:sp>
        <p:nvSpPr>
          <p:cNvPr id="10" name="Espace réservé pour une image  15">
            <a:extLst>
              <a:ext uri="{FF2B5EF4-FFF2-40B4-BE49-F238E27FC236}">
                <a16:creationId xmlns:a16="http://schemas.microsoft.com/office/drawing/2014/main" id="{A3FF6568-34B8-4C7C-95F9-D26DA72F510E}"/>
              </a:ext>
            </a:extLst>
          </p:cNvPr>
          <p:cNvSpPr>
            <a:spLocks noGrp="1"/>
          </p:cNvSpPr>
          <p:nvPr>
            <p:ph type="pic" sz="quarter" idx="14" hasCustomPrompt="1"/>
          </p:nvPr>
        </p:nvSpPr>
        <p:spPr bwMode="gray">
          <a:xfrm>
            <a:off x="7080000" y="0"/>
            <a:ext cx="5112000" cy="6192000"/>
          </a:xfrm>
          <a:prstGeom prst="rect">
            <a:avLst/>
          </a:pr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3" name="Espace réservé du contenu 2"/>
          <p:cNvSpPr>
            <a:spLocks noGrp="1"/>
          </p:cNvSpPr>
          <p:nvPr>
            <p:ph idx="1" hasCustomPrompt="1"/>
          </p:nvPr>
        </p:nvSpPr>
        <p:spPr bwMode="gray">
          <a:xfrm>
            <a:off x="792000" y="2019320"/>
            <a:ext cx="5828400" cy="4181455"/>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12" name="Espace réservé du texte 11"/>
          <p:cNvSpPr>
            <a:spLocks noGrp="1"/>
          </p:cNvSpPr>
          <p:nvPr>
            <p:ph type="body" sz="quarter" idx="13" hasCustomPrompt="1"/>
          </p:nvPr>
        </p:nvSpPr>
        <p:spPr bwMode="gray">
          <a:xfrm>
            <a:off x="792000" y="1467061"/>
            <a:ext cx="5828400" cy="360000"/>
          </a:xfrm>
        </p:spPr>
        <p:txBody>
          <a:bodyPr>
            <a:noAutofit/>
          </a:bodyPr>
          <a:lstStyle>
            <a:lvl1pPr marL="0" indent="0">
              <a:spcBef>
                <a:spcPts val="0"/>
              </a:spcBef>
              <a:buNone/>
              <a:defRPr sz="2200">
                <a:solidFill>
                  <a:schemeClr val="accent1"/>
                </a:solidFill>
              </a:defRPr>
            </a:lvl1pPr>
            <a:lvl2pPr marL="0" indent="0">
              <a:buNone/>
              <a:defRPr sz="1200"/>
            </a:lvl2pPr>
            <a:lvl3pPr marL="0" indent="0">
              <a:buNone/>
              <a:defRPr sz="1200"/>
            </a:lvl3pPr>
            <a:lvl4pPr marL="0" indent="0">
              <a:buNone/>
              <a:defRPr sz="1200"/>
            </a:lvl4pPr>
            <a:lvl5pPr marL="0" indent="0">
              <a:buNone/>
              <a:defRPr sz="1200"/>
            </a:lvl5pPr>
          </a:lstStyle>
          <a:p>
            <a:pPr lvl="0"/>
            <a:r>
              <a:rPr lang="en-GB" noProof="0"/>
              <a:t>Subtitle</a:t>
            </a:r>
          </a:p>
        </p:txBody>
      </p:sp>
      <p:sp>
        <p:nvSpPr>
          <p:cNvPr id="13" name="Espace réservé du texte 4"/>
          <p:cNvSpPr>
            <a:spLocks noGrp="1"/>
          </p:cNvSpPr>
          <p:nvPr>
            <p:ph type="body" sz="quarter" idx="16" hasCustomPrompt="1"/>
          </p:nvPr>
        </p:nvSpPr>
        <p:spPr bwMode="gray">
          <a:xfrm rot="5400000">
            <a:off x="7775632" y="-263908"/>
            <a:ext cx="720000" cy="2111264"/>
          </a:xfrm>
          <a:prstGeom prst="round2SameRect">
            <a:avLst>
              <a:gd name="adj1" fmla="val 50000"/>
              <a:gd name="adj2" fmla="val 0"/>
            </a:avLst>
          </a:prstGeom>
          <a:solidFill>
            <a:schemeClr val="bg1"/>
          </a:solidFill>
        </p:spPr>
        <p:txBody>
          <a:bodyPr vert="vert270" tIns="108000" rIns="0" bIns="108000" anchor="ctr" anchorCtr="0">
            <a:normAutofit/>
          </a:bodyPr>
          <a:lstStyle>
            <a:lvl1pPr marL="0" indent="0" algn="l">
              <a:spcBef>
                <a:spcPts val="0"/>
              </a:spcBef>
              <a:buNone/>
              <a:defRPr sz="1000"/>
            </a:lvl1pPr>
          </a:lstStyle>
          <a:p>
            <a:pPr lvl="0"/>
            <a:r>
              <a:rPr lang="en-GB" noProof="0"/>
              <a:t>Caption text</a:t>
            </a:r>
          </a:p>
        </p:txBody>
      </p:sp>
      <p:sp>
        <p:nvSpPr>
          <p:cNvPr id="4" name="Titre 3"/>
          <p:cNvSpPr>
            <a:spLocks noGrp="1"/>
          </p:cNvSpPr>
          <p:nvPr>
            <p:ph type="title" hasCustomPrompt="1"/>
          </p:nvPr>
        </p:nvSpPr>
        <p:spPr>
          <a:xfrm>
            <a:off x="792000" y="557645"/>
            <a:ext cx="5828400" cy="648000"/>
          </a:xfrm>
        </p:spPr>
        <p:txBody>
          <a:bodyPr/>
          <a:lstStyle>
            <a:lvl1pPr>
              <a:defRPr/>
            </a:lvl1pPr>
          </a:lstStyle>
          <a:p>
            <a:r>
              <a:rPr lang="en-GB" noProof="0"/>
              <a:t>Title</a:t>
            </a:r>
          </a:p>
        </p:txBody>
      </p:sp>
    </p:spTree>
    <p:extLst>
      <p:ext uri="{BB962C8B-B14F-4D97-AF65-F5344CB8AC3E}">
        <p14:creationId xmlns:p14="http://schemas.microsoft.com/office/powerpoint/2010/main" val="38960470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s_2_pictures_right">
    <p:spTree>
      <p:nvGrpSpPr>
        <p:cNvPr id="1" name=""/>
        <p:cNvGrpSpPr/>
        <p:nvPr/>
      </p:nvGrpSpPr>
      <p:grpSpPr>
        <a:xfrm>
          <a:off x="0" y="0"/>
          <a:ext cx="0" cy="0"/>
          <a:chOff x="0" y="0"/>
          <a:chExt cx="0" cy="0"/>
        </a:xfrm>
      </p:grpSpPr>
      <p:sp>
        <p:nvSpPr>
          <p:cNvPr id="10" name="Espace réservé pour une image  15">
            <a:extLst>
              <a:ext uri="{FF2B5EF4-FFF2-40B4-BE49-F238E27FC236}">
                <a16:creationId xmlns:a16="http://schemas.microsoft.com/office/drawing/2014/main" id="{A3FF6568-34B8-4C7C-95F9-D26DA72F510E}"/>
              </a:ext>
            </a:extLst>
          </p:cNvPr>
          <p:cNvSpPr>
            <a:spLocks noGrp="1"/>
          </p:cNvSpPr>
          <p:nvPr>
            <p:ph type="pic" sz="quarter" idx="14" hasCustomPrompt="1"/>
          </p:nvPr>
        </p:nvSpPr>
        <p:spPr bwMode="gray">
          <a:xfrm>
            <a:off x="7080000" y="0"/>
            <a:ext cx="5112000" cy="3024000"/>
          </a:xfrm>
          <a:prstGeom prst="rect">
            <a:avLst/>
          </a:prstGeom>
          <a:solidFill>
            <a:schemeClr val="bg1">
              <a:lumMod val="95000"/>
            </a:schemeClr>
          </a:solidFill>
        </p:spPr>
        <p:txBody>
          <a:bodyPr wrap="square"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3" name="Espace réservé du contenu 2"/>
          <p:cNvSpPr>
            <a:spLocks noGrp="1"/>
          </p:cNvSpPr>
          <p:nvPr>
            <p:ph idx="1" hasCustomPrompt="1"/>
          </p:nvPr>
        </p:nvSpPr>
        <p:spPr bwMode="gray">
          <a:xfrm>
            <a:off x="792000" y="1483200"/>
            <a:ext cx="5828400" cy="4716000"/>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14" name="Espace réservé pour une image  15">
            <a:extLst>
              <a:ext uri="{FF2B5EF4-FFF2-40B4-BE49-F238E27FC236}">
                <a16:creationId xmlns:a16="http://schemas.microsoft.com/office/drawing/2014/main" id="{A3FF6568-34B8-4C7C-95F9-D26DA72F510E}"/>
              </a:ext>
            </a:extLst>
          </p:cNvPr>
          <p:cNvSpPr>
            <a:spLocks noGrp="1"/>
          </p:cNvSpPr>
          <p:nvPr>
            <p:ph type="pic" sz="quarter" idx="15" hasCustomPrompt="1"/>
          </p:nvPr>
        </p:nvSpPr>
        <p:spPr bwMode="gray">
          <a:xfrm>
            <a:off x="7080000" y="3168000"/>
            <a:ext cx="5112000" cy="3024000"/>
          </a:xfrm>
          <a:prstGeom prst="rect">
            <a:avLst/>
          </a:prstGeom>
          <a:solidFill>
            <a:schemeClr val="bg1">
              <a:lumMod val="95000"/>
            </a:schemeClr>
          </a:solidFill>
        </p:spPr>
        <p:txBody>
          <a:bodyPr wrap="square"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12" name="Espace réservé du texte 4"/>
          <p:cNvSpPr>
            <a:spLocks noGrp="1"/>
          </p:cNvSpPr>
          <p:nvPr>
            <p:ph type="body" sz="quarter" idx="16" hasCustomPrompt="1"/>
          </p:nvPr>
        </p:nvSpPr>
        <p:spPr bwMode="gray">
          <a:xfrm rot="5400000">
            <a:off x="7775632" y="-263908"/>
            <a:ext cx="720000" cy="2111264"/>
          </a:xfrm>
          <a:prstGeom prst="round2SameRect">
            <a:avLst>
              <a:gd name="adj1" fmla="val 50000"/>
              <a:gd name="adj2" fmla="val 0"/>
            </a:avLst>
          </a:prstGeom>
          <a:solidFill>
            <a:schemeClr val="bg1"/>
          </a:solidFill>
        </p:spPr>
        <p:txBody>
          <a:bodyPr vert="vert270" tIns="108000" rIns="0" bIns="108000" anchor="ctr" anchorCtr="0">
            <a:normAutofit/>
          </a:bodyPr>
          <a:lstStyle>
            <a:lvl1pPr marL="0" indent="0" algn="l">
              <a:spcBef>
                <a:spcPts val="0"/>
              </a:spcBef>
              <a:buNone/>
              <a:defRPr sz="1000"/>
            </a:lvl1pPr>
          </a:lstStyle>
          <a:p>
            <a:pPr lvl="0"/>
            <a:r>
              <a:rPr lang="en-GB" noProof="0"/>
              <a:t>Caption text</a:t>
            </a:r>
          </a:p>
        </p:txBody>
      </p:sp>
      <p:sp>
        <p:nvSpPr>
          <p:cNvPr id="13" name="Espace réservé du texte 4"/>
          <p:cNvSpPr>
            <a:spLocks noGrp="1"/>
          </p:cNvSpPr>
          <p:nvPr>
            <p:ph type="body" sz="quarter" idx="17" hasCustomPrompt="1"/>
          </p:nvPr>
        </p:nvSpPr>
        <p:spPr bwMode="gray">
          <a:xfrm rot="5400000">
            <a:off x="7775632" y="2904092"/>
            <a:ext cx="720000" cy="2111264"/>
          </a:xfrm>
          <a:prstGeom prst="round2SameRect">
            <a:avLst>
              <a:gd name="adj1" fmla="val 50000"/>
              <a:gd name="adj2" fmla="val 0"/>
            </a:avLst>
          </a:prstGeom>
          <a:solidFill>
            <a:schemeClr val="bg1"/>
          </a:solidFill>
        </p:spPr>
        <p:txBody>
          <a:bodyPr vert="vert270" tIns="108000" rIns="0" bIns="108000" anchor="ctr" anchorCtr="0">
            <a:normAutofit/>
          </a:bodyPr>
          <a:lstStyle>
            <a:lvl1pPr marL="0" indent="0" algn="l">
              <a:spcBef>
                <a:spcPts val="0"/>
              </a:spcBef>
              <a:buNone/>
              <a:defRPr sz="1000"/>
            </a:lvl1pPr>
          </a:lstStyle>
          <a:p>
            <a:pPr lvl="0"/>
            <a:r>
              <a:rPr lang="en-GB" noProof="0"/>
              <a:t>Caption text</a:t>
            </a:r>
          </a:p>
        </p:txBody>
      </p:sp>
      <p:sp>
        <p:nvSpPr>
          <p:cNvPr id="4" name="Titre 3"/>
          <p:cNvSpPr>
            <a:spLocks noGrp="1"/>
          </p:cNvSpPr>
          <p:nvPr>
            <p:ph type="title" hasCustomPrompt="1"/>
          </p:nvPr>
        </p:nvSpPr>
        <p:spPr>
          <a:xfrm>
            <a:off x="792000" y="557645"/>
            <a:ext cx="5828400" cy="648000"/>
          </a:xfrm>
        </p:spPr>
        <p:txBody>
          <a:bodyPr/>
          <a:lstStyle>
            <a:lvl1pPr>
              <a:defRPr baseline="0"/>
            </a:lvl1pPr>
          </a:lstStyle>
          <a:p>
            <a:r>
              <a:rPr lang="en-GB" noProof="0"/>
              <a:t>Title</a:t>
            </a:r>
          </a:p>
        </p:txBody>
      </p:sp>
    </p:spTree>
    <p:extLst>
      <p:ext uri="{BB962C8B-B14F-4D97-AF65-F5344CB8AC3E}">
        <p14:creationId xmlns:p14="http://schemas.microsoft.com/office/powerpoint/2010/main" val="4019423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s_subtitle_2_pictures_right">
    <p:spTree>
      <p:nvGrpSpPr>
        <p:cNvPr id="1" name=""/>
        <p:cNvGrpSpPr/>
        <p:nvPr/>
      </p:nvGrpSpPr>
      <p:grpSpPr>
        <a:xfrm>
          <a:off x="0" y="0"/>
          <a:ext cx="0" cy="0"/>
          <a:chOff x="0" y="0"/>
          <a:chExt cx="0" cy="0"/>
        </a:xfrm>
      </p:grpSpPr>
      <p:sp>
        <p:nvSpPr>
          <p:cNvPr id="10" name="Espace réservé pour une image  15">
            <a:extLst>
              <a:ext uri="{FF2B5EF4-FFF2-40B4-BE49-F238E27FC236}">
                <a16:creationId xmlns:a16="http://schemas.microsoft.com/office/drawing/2014/main" id="{A3FF6568-34B8-4C7C-95F9-D26DA72F510E}"/>
              </a:ext>
            </a:extLst>
          </p:cNvPr>
          <p:cNvSpPr>
            <a:spLocks noGrp="1"/>
          </p:cNvSpPr>
          <p:nvPr>
            <p:ph type="pic" sz="quarter" idx="14" hasCustomPrompt="1"/>
          </p:nvPr>
        </p:nvSpPr>
        <p:spPr bwMode="gray">
          <a:xfrm>
            <a:off x="7080000" y="0"/>
            <a:ext cx="5112000" cy="3024000"/>
          </a:xfrm>
          <a:prstGeom prst="rect">
            <a:avLst/>
          </a:prstGeom>
          <a:solidFill>
            <a:schemeClr val="bg1">
              <a:lumMod val="95000"/>
            </a:schemeClr>
          </a:solidFill>
        </p:spPr>
        <p:txBody>
          <a:bodyPr wrap="square"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3" name="Espace réservé du contenu 2"/>
          <p:cNvSpPr>
            <a:spLocks noGrp="1"/>
          </p:cNvSpPr>
          <p:nvPr>
            <p:ph idx="1" hasCustomPrompt="1"/>
          </p:nvPr>
        </p:nvSpPr>
        <p:spPr bwMode="gray">
          <a:xfrm>
            <a:off x="792000" y="2019320"/>
            <a:ext cx="5828400" cy="4181455"/>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12" name="Espace réservé du texte 11"/>
          <p:cNvSpPr>
            <a:spLocks noGrp="1"/>
          </p:cNvSpPr>
          <p:nvPr>
            <p:ph type="body" sz="quarter" idx="13" hasCustomPrompt="1"/>
          </p:nvPr>
        </p:nvSpPr>
        <p:spPr bwMode="gray">
          <a:xfrm>
            <a:off x="792000" y="1467061"/>
            <a:ext cx="5828400" cy="360000"/>
          </a:xfrm>
        </p:spPr>
        <p:txBody>
          <a:bodyPr>
            <a:noAutofit/>
          </a:bodyPr>
          <a:lstStyle>
            <a:lvl1pPr marL="0" indent="0">
              <a:spcBef>
                <a:spcPts val="0"/>
              </a:spcBef>
              <a:buNone/>
              <a:defRPr sz="2200">
                <a:solidFill>
                  <a:schemeClr val="accent1"/>
                </a:solidFill>
              </a:defRPr>
            </a:lvl1pPr>
            <a:lvl2pPr marL="0" indent="0">
              <a:buNone/>
              <a:defRPr sz="1200"/>
            </a:lvl2pPr>
            <a:lvl3pPr marL="0" indent="0">
              <a:buNone/>
              <a:defRPr sz="1200"/>
            </a:lvl3pPr>
            <a:lvl4pPr marL="0" indent="0">
              <a:buNone/>
              <a:defRPr sz="1200"/>
            </a:lvl4pPr>
            <a:lvl5pPr marL="0" indent="0">
              <a:buNone/>
              <a:defRPr sz="1200"/>
            </a:lvl5pPr>
          </a:lstStyle>
          <a:p>
            <a:pPr lvl="0"/>
            <a:r>
              <a:rPr lang="en-GB" noProof="0"/>
              <a:t>Subtitle</a:t>
            </a:r>
          </a:p>
        </p:txBody>
      </p:sp>
      <p:sp>
        <p:nvSpPr>
          <p:cNvPr id="14" name="Espace réservé pour une image  15">
            <a:extLst>
              <a:ext uri="{FF2B5EF4-FFF2-40B4-BE49-F238E27FC236}">
                <a16:creationId xmlns:a16="http://schemas.microsoft.com/office/drawing/2014/main" id="{A3FF6568-34B8-4C7C-95F9-D26DA72F510E}"/>
              </a:ext>
            </a:extLst>
          </p:cNvPr>
          <p:cNvSpPr>
            <a:spLocks noGrp="1"/>
          </p:cNvSpPr>
          <p:nvPr>
            <p:ph type="pic" sz="quarter" idx="15" hasCustomPrompt="1"/>
          </p:nvPr>
        </p:nvSpPr>
        <p:spPr bwMode="gray">
          <a:xfrm>
            <a:off x="7080000" y="3168000"/>
            <a:ext cx="5112000" cy="3024000"/>
          </a:xfrm>
          <a:prstGeom prst="rect">
            <a:avLst/>
          </a:prstGeom>
          <a:solidFill>
            <a:schemeClr val="bg1">
              <a:lumMod val="95000"/>
            </a:schemeClr>
          </a:solidFill>
        </p:spPr>
        <p:txBody>
          <a:bodyPr wrap="square"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2" name="Titre 1"/>
          <p:cNvSpPr>
            <a:spLocks noGrp="1"/>
          </p:cNvSpPr>
          <p:nvPr>
            <p:ph type="title" hasCustomPrompt="1"/>
          </p:nvPr>
        </p:nvSpPr>
        <p:spPr bwMode="gray">
          <a:xfrm>
            <a:off x="792000" y="557645"/>
            <a:ext cx="5828400" cy="648000"/>
          </a:xfrm>
        </p:spPr>
        <p:txBody>
          <a:bodyPr/>
          <a:lstStyle>
            <a:lvl1pPr>
              <a:defRPr baseline="0"/>
            </a:lvl1pPr>
          </a:lstStyle>
          <a:p>
            <a:r>
              <a:rPr lang="en-GB" noProof="0"/>
              <a:t>Title</a:t>
            </a:r>
          </a:p>
        </p:txBody>
      </p:sp>
      <p:sp>
        <p:nvSpPr>
          <p:cNvPr id="15" name="Espace réservé du texte 4"/>
          <p:cNvSpPr>
            <a:spLocks noGrp="1"/>
          </p:cNvSpPr>
          <p:nvPr>
            <p:ph type="body" sz="quarter" idx="16" hasCustomPrompt="1"/>
          </p:nvPr>
        </p:nvSpPr>
        <p:spPr bwMode="gray">
          <a:xfrm rot="5400000">
            <a:off x="7775632" y="-263908"/>
            <a:ext cx="720000" cy="2111264"/>
          </a:xfrm>
          <a:prstGeom prst="round2SameRect">
            <a:avLst>
              <a:gd name="adj1" fmla="val 50000"/>
              <a:gd name="adj2" fmla="val 0"/>
            </a:avLst>
          </a:prstGeom>
          <a:solidFill>
            <a:schemeClr val="bg1"/>
          </a:solidFill>
        </p:spPr>
        <p:txBody>
          <a:bodyPr vert="vert270" tIns="108000" rIns="0" bIns="108000" anchor="ctr" anchorCtr="0">
            <a:normAutofit/>
          </a:bodyPr>
          <a:lstStyle>
            <a:lvl1pPr marL="0" indent="0" algn="l">
              <a:spcBef>
                <a:spcPts val="0"/>
              </a:spcBef>
              <a:buNone/>
              <a:defRPr sz="1000"/>
            </a:lvl1pPr>
          </a:lstStyle>
          <a:p>
            <a:pPr lvl="0"/>
            <a:r>
              <a:rPr lang="en-GB" noProof="0"/>
              <a:t>Caption text</a:t>
            </a:r>
          </a:p>
        </p:txBody>
      </p:sp>
      <p:sp>
        <p:nvSpPr>
          <p:cNvPr id="16" name="Espace réservé du texte 4"/>
          <p:cNvSpPr>
            <a:spLocks noGrp="1"/>
          </p:cNvSpPr>
          <p:nvPr>
            <p:ph type="body" sz="quarter" idx="17" hasCustomPrompt="1"/>
          </p:nvPr>
        </p:nvSpPr>
        <p:spPr bwMode="gray">
          <a:xfrm rot="5400000">
            <a:off x="7775632" y="2904092"/>
            <a:ext cx="720000" cy="2111264"/>
          </a:xfrm>
          <a:prstGeom prst="round2SameRect">
            <a:avLst>
              <a:gd name="adj1" fmla="val 50000"/>
              <a:gd name="adj2" fmla="val 0"/>
            </a:avLst>
          </a:prstGeom>
          <a:solidFill>
            <a:schemeClr val="bg1"/>
          </a:solidFill>
        </p:spPr>
        <p:txBody>
          <a:bodyPr vert="vert270" tIns="108000" rIns="0" bIns="108000" anchor="ctr" anchorCtr="0">
            <a:normAutofit/>
          </a:bodyPr>
          <a:lstStyle>
            <a:lvl1pPr marL="0" indent="0" algn="l">
              <a:spcBef>
                <a:spcPts val="0"/>
              </a:spcBef>
              <a:buNone/>
              <a:defRPr sz="1000"/>
            </a:lvl1pPr>
          </a:lstStyle>
          <a:p>
            <a:pPr lvl="0"/>
            <a:r>
              <a:rPr lang="en-GB" noProof="0"/>
              <a:t>Caption text</a:t>
            </a:r>
          </a:p>
        </p:txBody>
      </p:sp>
    </p:spTree>
    <p:extLst>
      <p:ext uri="{BB962C8B-B14F-4D97-AF65-F5344CB8AC3E}">
        <p14:creationId xmlns:p14="http://schemas.microsoft.com/office/powerpoint/2010/main" val="39742111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Contents_1picture_left">
    <p:spTree>
      <p:nvGrpSpPr>
        <p:cNvPr id="1" name=""/>
        <p:cNvGrpSpPr/>
        <p:nvPr/>
      </p:nvGrpSpPr>
      <p:grpSpPr>
        <a:xfrm>
          <a:off x="0" y="0"/>
          <a:ext cx="0" cy="0"/>
          <a:chOff x="0" y="0"/>
          <a:chExt cx="0" cy="0"/>
        </a:xfrm>
      </p:grpSpPr>
      <p:sp>
        <p:nvSpPr>
          <p:cNvPr id="3" name="Espace réservé du contenu 2"/>
          <p:cNvSpPr>
            <a:spLocks noGrp="1"/>
          </p:cNvSpPr>
          <p:nvPr>
            <p:ph idx="1" hasCustomPrompt="1"/>
          </p:nvPr>
        </p:nvSpPr>
        <p:spPr bwMode="gray">
          <a:xfrm>
            <a:off x="792000" y="1483199"/>
            <a:ext cx="4800000" cy="1854000"/>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10" name="Espace réservé du contenu 2"/>
          <p:cNvSpPr>
            <a:spLocks noGrp="1"/>
          </p:cNvSpPr>
          <p:nvPr>
            <p:ph idx="14" hasCustomPrompt="1"/>
          </p:nvPr>
        </p:nvSpPr>
        <p:spPr bwMode="gray">
          <a:xfrm>
            <a:off x="6597600" y="1483200"/>
            <a:ext cx="4800000" cy="4717575"/>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11" name="Espace réservé pour une image  15">
            <a:extLst>
              <a:ext uri="{FF2B5EF4-FFF2-40B4-BE49-F238E27FC236}">
                <a16:creationId xmlns:a16="http://schemas.microsoft.com/office/drawing/2014/main" id="{A3FF6568-34B8-4C7C-95F9-D26DA72F510E}"/>
              </a:ext>
            </a:extLst>
          </p:cNvPr>
          <p:cNvSpPr>
            <a:spLocks noGrp="1"/>
          </p:cNvSpPr>
          <p:nvPr>
            <p:ph type="pic" sz="quarter" idx="16" hasCustomPrompt="1"/>
          </p:nvPr>
        </p:nvSpPr>
        <p:spPr bwMode="gray">
          <a:xfrm>
            <a:off x="792000" y="3456000"/>
            <a:ext cx="4800000" cy="2736000"/>
          </a:xfrm>
          <a:prstGeom prst="rect">
            <a:avLst/>
          </a:pr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12" name="Espace réservé du texte 4"/>
          <p:cNvSpPr>
            <a:spLocks noGrp="1"/>
          </p:cNvSpPr>
          <p:nvPr>
            <p:ph type="body" sz="quarter" idx="17" hasCustomPrompt="1"/>
          </p:nvPr>
        </p:nvSpPr>
        <p:spPr bwMode="gray">
          <a:xfrm rot="5400000">
            <a:off x="1487632" y="2877384"/>
            <a:ext cx="720000" cy="2111264"/>
          </a:xfrm>
          <a:prstGeom prst="round2SameRect">
            <a:avLst>
              <a:gd name="adj1" fmla="val 50000"/>
              <a:gd name="adj2" fmla="val 0"/>
            </a:avLst>
          </a:prstGeom>
          <a:solidFill>
            <a:schemeClr val="bg1"/>
          </a:solidFill>
        </p:spPr>
        <p:txBody>
          <a:bodyPr vert="vert270" tIns="108000" rIns="0" bIns="108000" anchor="ctr" anchorCtr="0">
            <a:normAutofit/>
          </a:bodyPr>
          <a:lstStyle>
            <a:lvl1pPr marL="0" indent="0" algn="l">
              <a:spcBef>
                <a:spcPts val="0"/>
              </a:spcBef>
              <a:buNone/>
              <a:defRPr sz="1000"/>
            </a:lvl1pPr>
          </a:lstStyle>
          <a:p>
            <a:pPr lvl="0"/>
            <a:r>
              <a:rPr lang="en-GB" noProof="0"/>
              <a:t>Caption text</a:t>
            </a:r>
          </a:p>
        </p:txBody>
      </p:sp>
      <p:sp>
        <p:nvSpPr>
          <p:cNvPr id="2" name="Titre 1"/>
          <p:cNvSpPr>
            <a:spLocks noGrp="1"/>
          </p:cNvSpPr>
          <p:nvPr>
            <p:ph type="title" hasCustomPrompt="1"/>
          </p:nvPr>
        </p:nvSpPr>
        <p:spPr>
          <a:xfrm>
            <a:off x="792000" y="557645"/>
            <a:ext cx="10605600" cy="648000"/>
          </a:xfrm>
        </p:spPr>
        <p:txBody>
          <a:bodyPr/>
          <a:lstStyle>
            <a:lvl1pPr>
              <a:defRPr/>
            </a:lvl1pPr>
          </a:lstStyle>
          <a:p>
            <a:r>
              <a:rPr lang="en-GB" noProof="0"/>
              <a:t>Title</a:t>
            </a:r>
          </a:p>
        </p:txBody>
      </p:sp>
    </p:spTree>
    <p:extLst>
      <p:ext uri="{BB962C8B-B14F-4D97-AF65-F5344CB8AC3E}">
        <p14:creationId xmlns:p14="http://schemas.microsoft.com/office/powerpoint/2010/main" val="18051167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sp>
        <p:nvSpPr>
          <p:cNvPr id="2" name="Rectangle 1"/>
          <p:cNvSpPr/>
          <p:nvPr userDrawn="1"/>
        </p:nvSpPr>
        <p:spPr bwMode="gray">
          <a:xfrm>
            <a:off x="0" y="0"/>
            <a:ext cx="2400000" cy="140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14" name="Espace réservé pour une image  15">
            <a:extLst>
              <a:ext uri="{FF2B5EF4-FFF2-40B4-BE49-F238E27FC236}">
                <a16:creationId xmlns:a16="http://schemas.microsoft.com/office/drawing/2014/main" id="{A3FF6568-34B8-4C7C-95F9-D26DA72F510E}"/>
              </a:ext>
            </a:extLst>
          </p:cNvPr>
          <p:cNvSpPr>
            <a:spLocks noGrp="1"/>
          </p:cNvSpPr>
          <p:nvPr>
            <p:ph type="pic" sz="quarter" idx="14" hasCustomPrompt="1"/>
          </p:nvPr>
        </p:nvSpPr>
        <p:spPr bwMode="gray">
          <a:xfrm>
            <a:off x="0" y="0"/>
            <a:ext cx="12192000" cy="6192000"/>
          </a:xfrm>
          <a:prstGeom prst="rect">
            <a:avLst/>
          </a:pr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11" name="Espace réservé du texte 4"/>
          <p:cNvSpPr>
            <a:spLocks noGrp="1"/>
          </p:cNvSpPr>
          <p:nvPr>
            <p:ph type="body" sz="quarter" idx="16" hasCustomPrompt="1"/>
          </p:nvPr>
        </p:nvSpPr>
        <p:spPr bwMode="gray">
          <a:xfrm rot="5400000">
            <a:off x="695632" y="-263908"/>
            <a:ext cx="720000" cy="2111264"/>
          </a:xfrm>
          <a:prstGeom prst="round2SameRect">
            <a:avLst>
              <a:gd name="adj1" fmla="val 50000"/>
              <a:gd name="adj2" fmla="val 0"/>
            </a:avLst>
          </a:prstGeom>
          <a:solidFill>
            <a:schemeClr val="bg1"/>
          </a:solidFill>
        </p:spPr>
        <p:txBody>
          <a:bodyPr vert="vert270" tIns="108000" rIns="0" bIns="108000" anchor="ctr" anchorCtr="0">
            <a:normAutofit/>
          </a:bodyPr>
          <a:lstStyle>
            <a:lvl1pPr marL="0" indent="0" algn="l">
              <a:spcBef>
                <a:spcPts val="0"/>
              </a:spcBef>
              <a:buNone/>
              <a:defRPr sz="1000"/>
            </a:lvl1pPr>
          </a:lstStyle>
          <a:p>
            <a:pPr lvl="0"/>
            <a:r>
              <a:rPr lang="en-GB" noProof="0"/>
              <a:t>Caption text</a:t>
            </a:r>
          </a:p>
        </p:txBody>
      </p:sp>
      <p:sp>
        <p:nvSpPr>
          <p:cNvPr id="18" name="ZoneTexte 17"/>
          <p:cNvSpPr txBox="1"/>
          <p:nvPr userDrawn="1"/>
        </p:nvSpPr>
        <p:spPr bwMode="gray">
          <a:xfrm>
            <a:off x="-3025013" y="0"/>
            <a:ext cx="2736304" cy="1200329"/>
          </a:xfrm>
          <a:prstGeom prst="rect">
            <a:avLst/>
          </a:prstGeom>
          <a:solidFill>
            <a:schemeClr val="bg1"/>
          </a:solidFill>
          <a:ln w="28575">
            <a:solidFill>
              <a:schemeClr val="tx1"/>
            </a:solidFill>
            <a:bevel/>
          </a:ln>
        </p:spPr>
        <p:txBody>
          <a:bodyPr wrap="square" rtlCol="0">
            <a:spAutoFit/>
          </a:bodyPr>
          <a:lstStyle/>
          <a:p>
            <a:r>
              <a:rPr lang="en-GB" sz="800" b="0" noProof="0"/>
              <a:t>To move/resize the picture inside </a:t>
            </a:r>
            <a:br>
              <a:rPr lang="en-GB" sz="800" b="0" noProof="0"/>
            </a:br>
            <a:r>
              <a:rPr lang="en-GB" sz="800" b="0" noProof="0"/>
              <a:t>the picture area:</a:t>
            </a:r>
          </a:p>
          <a:p>
            <a:endParaRPr lang="en-GB" sz="800" b="0" noProof="0"/>
          </a:p>
          <a:p>
            <a:pPr marL="171450" indent="-171450">
              <a:buFontTx/>
              <a:buChar char="-"/>
            </a:pPr>
            <a:r>
              <a:rPr lang="en-GB" sz="800" b="0" noProof="0"/>
              <a:t>Click on the icon to insert a picture</a:t>
            </a:r>
          </a:p>
          <a:p>
            <a:pPr marL="171450" indent="-171450">
              <a:buFontTx/>
              <a:buChar char="-"/>
            </a:pPr>
            <a:r>
              <a:rPr lang="en-GB" sz="800" b="0" noProof="0"/>
              <a:t>Select the picture</a:t>
            </a:r>
          </a:p>
          <a:p>
            <a:pPr marL="171450" indent="-171450">
              <a:buFontTx/>
              <a:buChar char="-"/>
            </a:pPr>
            <a:r>
              <a:rPr lang="en-GB" sz="800" b="0" noProof="0"/>
              <a:t>Click right on the picture and </a:t>
            </a:r>
            <a:r>
              <a:rPr lang="en-GB" sz="800" b="1" noProof="0"/>
              <a:t>select “Crop”</a:t>
            </a:r>
          </a:p>
          <a:p>
            <a:pPr marL="171450" indent="-171450">
              <a:buFontTx/>
              <a:buChar char="-"/>
            </a:pPr>
            <a:r>
              <a:rPr lang="en-GB" sz="800" b="0" noProof="0"/>
              <a:t>Move and resize (if needed) your picture (don’t use the black cropping handles)</a:t>
            </a:r>
          </a:p>
          <a:p>
            <a:pPr marL="171450" indent="-171450">
              <a:buFontTx/>
              <a:buChar char="-"/>
            </a:pPr>
            <a:r>
              <a:rPr lang="en-GB" sz="800" b="0" noProof="0"/>
              <a:t>Hit the Esc key to exit the cropping mode</a:t>
            </a:r>
          </a:p>
        </p:txBody>
      </p:sp>
      <p:sp>
        <p:nvSpPr>
          <p:cNvPr id="10" name="ZoneTexte 9"/>
          <p:cNvSpPr txBox="1"/>
          <p:nvPr userDrawn="1"/>
        </p:nvSpPr>
        <p:spPr bwMode="gray">
          <a:xfrm>
            <a:off x="-3025013" y="1736812"/>
            <a:ext cx="2736304" cy="1569660"/>
          </a:xfrm>
          <a:prstGeom prst="rect">
            <a:avLst/>
          </a:prstGeom>
          <a:solidFill>
            <a:schemeClr val="bg1"/>
          </a:solidFill>
          <a:ln w="28575">
            <a:solidFill>
              <a:schemeClr val="tx1"/>
            </a:solidFill>
            <a:bevel/>
          </a:ln>
        </p:spPr>
        <p:txBody>
          <a:bodyPr wrap="square" rtlCol="0">
            <a:spAutoFit/>
          </a:bodyPr>
          <a:lstStyle/>
          <a:p>
            <a:r>
              <a:rPr lang="en-GB" sz="800"/>
              <a:t>To change a picture:</a:t>
            </a:r>
          </a:p>
          <a:p>
            <a:endParaRPr lang="en-GB" sz="80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GB" sz="800"/>
              <a:t>Select the picture</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GB" sz="800" b="1" u="none"/>
              <a:t>Remove it </a:t>
            </a:r>
            <a:r>
              <a:rPr lang="en-GB" sz="800"/>
              <a:t>(“</a:t>
            </a:r>
            <a:r>
              <a:rPr lang="en-GB" sz="800" err="1"/>
              <a:t>Suppr</a:t>
            </a:r>
            <a:r>
              <a:rPr lang="en-GB" sz="800"/>
              <a:t>” button)</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GB" sz="800"/>
              <a:t>Click on the icon to insert a new picture</a:t>
            </a:r>
          </a:p>
          <a:p>
            <a:pPr marL="171450" indent="-171450">
              <a:buFontTx/>
              <a:buChar char="-"/>
            </a:pPr>
            <a:endParaRPr lang="en-GB" sz="800" b="0" baseline="0" noProof="0"/>
          </a:p>
          <a:p>
            <a:pPr marL="0" indent="0">
              <a:buFontTx/>
              <a:buNone/>
            </a:pPr>
            <a:r>
              <a:rPr lang="en-GB" sz="800" b="0" baseline="0" noProof="0"/>
              <a:t>Attention:</a:t>
            </a:r>
            <a:r>
              <a:rPr lang="en-GB" sz="800"/>
              <a:t> The new picture will be automatically put at the forefront, appearing on top of the caption box.</a:t>
            </a:r>
            <a:endParaRPr lang="en-GB" sz="800" b="0" baseline="0" noProof="0"/>
          </a:p>
          <a:p>
            <a:pPr marL="0" indent="0">
              <a:buFontTx/>
              <a:buNone/>
            </a:pPr>
            <a:endParaRPr lang="en-GB" sz="800" b="0" baseline="0" noProof="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GB" sz="800"/>
              <a:t>Select the new picture</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GB" sz="800"/>
              <a:t>Place the picture into background position (right mouse click / “Send to Back” / “Send Backward”)</a:t>
            </a:r>
          </a:p>
        </p:txBody>
      </p:sp>
    </p:spTree>
    <p:extLst>
      <p:ext uri="{BB962C8B-B14F-4D97-AF65-F5344CB8AC3E}">
        <p14:creationId xmlns:p14="http://schemas.microsoft.com/office/powerpoint/2010/main" val="19398510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Pictures">
    <p:spTree>
      <p:nvGrpSpPr>
        <p:cNvPr id="1" name=""/>
        <p:cNvGrpSpPr/>
        <p:nvPr/>
      </p:nvGrpSpPr>
      <p:grpSpPr>
        <a:xfrm>
          <a:off x="0" y="0"/>
          <a:ext cx="0" cy="0"/>
          <a:chOff x="0" y="0"/>
          <a:chExt cx="0" cy="0"/>
        </a:xfrm>
      </p:grpSpPr>
      <p:sp>
        <p:nvSpPr>
          <p:cNvPr id="15" name="Rectangle 14"/>
          <p:cNvSpPr/>
          <p:nvPr userDrawn="1"/>
        </p:nvSpPr>
        <p:spPr bwMode="gray">
          <a:xfrm>
            <a:off x="0" y="0"/>
            <a:ext cx="2400000" cy="140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10" name="Espace réservé pour une image  15">
            <a:extLst>
              <a:ext uri="{FF2B5EF4-FFF2-40B4-BE49-F238E27FC236}">
                <a16:creationId xmlns:a16="http://schemas.microsoft.com/office/drawing/2014/main" id="{A3FF6568-34B8-4C7C-95F9-D26DA72F510E}"/>
              </a:ext>
            </a:extLst>
          </p:cNvPr>
          <p:cNvSpPr>
            <a:spLocks noGrp="1"/>
          </p:cNvSpPr>
          <p:nvPr>
            <p:ph type="pic" sz="quarter" idx="14" hasCustomPrompt="1"/>
          </p:nvPr>
        </p:nvSpPr>
        <p:spPr bwMode="gray">
          <a:xfrm>
            <a:off x="6192000" y="0"/>
            <a:ext cx="6000000" cy="6192000"/>
          </a:xfrm>
          <a:prstGeom prst="rect">
            <a:avLst/>
          </a:prstGeom>
          <a:solidFill>
            <a:schemeClr val="bg1">
              <a:lumMod val="95000"/>
            </a:schemeClr>
          </a:solidFill>
        </p:spPr>
        <p:txBody>
          <a:bodyPr wrap="square"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13" name="Espace réservé pour une image  15">
            <a:extLst>
              <a:ext uri="{FF2B5EF4-FFF2-40B4-BE49-F238E27FC236}">
                <a16:creationId xmlns:a16="http://schemas.microsoft.com/office/drawing/2014/main" id="{A3FF6568-34B8-4C7C-95F9-D26DA72F510E}"/>
              </a:ext>
            </a:extLst>
          </p:cNvPr>
          <p:cNvSpPr>
            <a:spLocks noGrp="1"/>
          </p:cNvSpPr>
          <p:nvPr>
            <p:ph type="pic" sz="quarter" idx="16" hasCustomPrompt="1"/>
          </p:nvPr>
        </p:nvSpPr>
        <p:spPr bwMode="gray">
          <a:xfrm>
            <a:off x="0" y="0"/>
            <a:ext cx="6000000" cy="6192000"/>
          </a:xfrm>
          <a:prstGeom prst="rect">
            <a:avLst/>
          </a:prstGeom>
          <a:solidFill>
            <a:schemeClr val="bg1">
              <a:lumMod val="95000"/>
            </a:schemeClr>
          </a:solidFill>
        </p:spPr>
        <p:txBody>
          <a:bodyPr wrap="square"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11" name="Espace réservé du texte 4"/>
          <p:cNvSpPr>
            <a:spLocks noGrp="1"/>
          </p:cNvSpPr>
          <p:nvPr>
            <p:ph type="body" sz="quarter" idx="17" hasCustomPrompt="1"/>
          </p:nvPr>
        </p:nvSpPr>
        <p:spPr bwMode="gray">
          <a:xfrm rot="5400000">
            <a:off x="695632" y="-263908"/>
            <a:ext cx="720000" cy="2111264"/>
          </a:xfrm>
          <a:prstGeom prst="round2SameRect">
            <a:avLst>
              <a:gd name="adj1" fmla="val 50000"/>
              <a:gd name="adj2" fmla="val 0"/>
            </a:avLst>
          </a:prstGeom>
          <a:solidFill>
            <a:schemeClr val="bg1"/>
          </a:solidFill>
        </p:spPr>
        <p:txBody>
          <a:bodyPr vert="vert270" tIns="108000" rIns="0" bIns="108000" anchor="ctr" anchorCtr="0">
            <a:normAutofit/>
          </a:bodyPr>
          <a:lstStyle>
            <a:lvl1pPr marL="0" indent="0" algn="l">
              <a:spcBef>
                <a:spcPts val="0"/>
              </a:spcBef>
              <a:buNone/>
              <a:defRPr sz="1000"/>
            </a:lvl1pPr>
          </a:lstStyle>
          <a:p>
            <a:pPr lvl="0"/>
            <a:r>
              <a:rPr lang="en-GB" noProof="0"/>
              <a:t>Caption text</a:t>
            </a:r>
          </a:p>
        </p:txBody>
      </p:sp>
      <p:sp>
        <p:nvSpPr>
          <p:cNvPr id="12" name="Espace réservé du texte 4"/>
          <p:cNvSpPr>
            <a:spLocks noGrp="1"/>
          </p:cNvSpPr>
          <p:nvPr>
            <p:ph type="body" sz="quarter" idx="18" hasCustomPrompt="1"/>
          </p:nvPr>
        </p:nvSpPr>
        <p:spPr bwMode="gray">
          <a:xfrm rot="5400000">
            <a:off x="6887632" y="-263908"/>
            <a:ext cx="720000" cy="2111264"/>
          </a:xfrm>
          <a:prstGeom prst="round2SameRect">
            <a:avLst>
              <a:gd name="adj1" fmla="val 50000"/>
              <a:gd name="adj2" fmla="val 0"/>
            </a:avLst>
          </a:prstGeom>
          <a:solidFill>
            <a:schemeClr val="bg1"/>
          </a:solidFill>
        </p:spPr>
        <p:txBody>
          <a:bodyPr vert="vert270" tIns="108000" rIns="0" bIns="108000" anchor="ctr" anchorCtr="0">
            <a:normAutofit/>
          </a:bodyPr>
          <a:lstStyle>
            <a:lvl1pPr marL="0" indent="0" algn="l">
              <a:spcBef>
                <a:spcPts val="0"/>
              </a:spcBef>
              <a:buNone/>
              <a:defRPr sz="1000"/>
            </a:lvl1pPr>
          </a:lstStyle>
          <a:p>
            <a:pPr lvl="0"/>
            <a:r>
              <a:rPr lang="en-GB" noProof="0"/>
              <a:t>Caption text</a:t>
            </a:r>
          </a:p>
        </p:txBody>
      </p:sp>
    </p:spTree>
    <p:extLst>
      <p:ext uri="{BB962C8B-B14F-4D97-AF65-F5344CB8AC3E}">
        <p14:creationId xmlns:p14="http://schemas.microsoft.com/office/powerpoint/2010/main" val="270675794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_1picture_bottom">
    <p:spTree>
      <p:nvGrpSpPr>
        <p:cNvPr id="1" name=""/>
        <p:cNvGrpSpPr/>
        <p:nvPr/>
      </p:nvGrpSpPr>
      <p:grpSpPr>
        <a:xfrm>
          <a:off x="0" y="0"/>
          <a:ext cx="0" cy="0"/>
          <a:chOff x="0" y="0"/>
          <a:chExt cx="0" cy="0"/>
        </a:xfrm>
      </p:grpSpPr>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15" name="Espace réservé pour une image  15">
            <a:extLst>
              <a:ext uri="{FF2B5EF4-FFF2-40B4-BE49-F238E27FC236}">
                <a16:creationId xmlns:a16="http://schemas.microsoft.com/office/drawing/2014/main" id="{A3FF6568-34B8-4C7C-95F9-D26DA72F510E}"/>
              </a:ext>
            </a:extLst>
          </p:cNvPr>
          <p:cNvSpPr>
            <a:spLocks noGrp="1"/>
          </p:cNvSpPr>
          <p:nvPr>
            <p:ph type="pic" sz="quarter" idx="16" hasCustomPrompt="1"/>
          </p:nvPr>
        </p:nvSpPr>
        <p:spPr bwMode="gray">
          <a:xfrm>
            <a:off x="0" y="1872000"/>
            <a:ext cx="12192000" cy="4320000"/>
          </a:xfrm>
          <a:prstGeom prst="rect">
            <a:avLst/>
          </a:pr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3" name="Titre 2"/>
          <p:cNvSpPr>
            <a:spLocks noGrp="1"/>
          </p:cNvSpPr>
          <p:nvPr>
            <p:ph type="title" hasCustomPrompt="1"/>
          </p:nvPr>
        </p:nvSpPr>
        <p:spPr bwMode="gray"/>
        <p:txBody>
          <a:bodyPr/>
          <a:lstStyle>
            <a:lvl1pPr>
              <a:defRPr/>
            </a:lvl1pPr>
          </a:lstStyle>
          <a:p>
            <a:r>
              <a:rPr lang="en-GB" noProof="0"/>
              <a:t>Title</a:t>
            </a:r>
          </a:p>
        </p:txBody>
      </p:sp>
      <p:sp>
        <p:nvSpPr>
          <p:cNvPr id="11" name="Espace réservé du texte 4"/>
          <p:cNvSpPr>
            <a:spLocks noGrp="1"/>
          </p:cNvSpPr>
          <p:nvPr>
            <p:ph type="body" sz="quarter" idx="17" hasCustomPrompt="1"/>
          </p:nvPr>
        </p:nvSpPr>
        <p:spPr bwMode="gray">
          <a:xfrm rot="5400000">
            <a:off x="695632" y="1608092"/>
            <a:ext cx="720000" cy="2111264"/>
          </a:xfrm>
          <a:prstGeom prst="round2SameRect">
            <a:avLst>
              <a:gd name="adj1" fmla="val 50000"/>
              <a:gd name="adj2" fmla="val 0"/>
            </a:avLst>
          </a:prstGeom>
          <a:solidFill>
            <a:schemeClr val="bg1"/>
          </a:solidFill>
        </p:spPr>
        <p:txBody>
          <a:bodyPr vert="vert270" tIns="108000" rIns="0" bIns="108000" anchor="ctr" anchorCtr="0">
            <a:normAutofit/>
          </a:bodyPr>
          <a:lstStyle>
            <a:lvl1pPr marL="0" indent="0" algn="l">
              <a:spcBef>
                <a:spcPts val="0"/>
              </a:spcBef>
              <a:buNone/>
              <a:defRPr sz="1000"/>
            </a:lvl1pPr>
          </a:lstStyle>
          <a:p>
            <a:pPr lvl="0"/>
            <a:r>
              <a:rPr lang="en-GB" noProof="0"/>
              <a:t>Caption text</a:t>
            </a:r>
          </a:p>
        </p:txBody>
      </p:sp>
    </p:spTree>
    <p:extLst>
      <p:ext uri="{BB962C8B-B14F-4D97-AF65-F5344CB8AC3E}">
        <p14:creationId xmlns:p14="http://schemas.microsoft.com/office/powerpoint/2010/main" val="7864791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_subtitle_1picture_bottom">
    <p:spTree>
      <p:nvGrpSpPr>
        <p:cNvPr id="1" name=""/>
        <p:cNvGrpSpPr/>
        <p:nvPr/>
      </p:nvGrpSpPr>
      <p:grpSpPr>
        <a:xfrm>
          <a:off x="0" y="0"/>
          <a:ext cx="0" cy="0"/>
          <a:chOff x="0" y="0"/>
          <a:chExt cx="0" cy="0"/>
        </a:xfrm>
      </p:grpSpPr>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14" name="Espace réservé du texte 11"/>
          <p:cNvSpPr>
            <a:spLocks noGrp="1"/>
          </p:cNvSpPr>
          <p:nvPr>
            <p:ph type="body" sz="quarter" idx="13" hasCustomPrompt="1"/>
          </p:nvPr>
        </p:nvSpPr>
        <p:spPr bwMode="gray">
          <a:xfrm>
            <a:off x="792000" y="1467061"/>
            <a:ext cx="10605600" cy="360000"/>
          </a:xfrm>
        </p:spPr>
        <p:txBody>
          <a:bodyPr>
            <a:noAutofit/>
          </a:bodyPr>
          <a:lstStyle>
            <a:lvl1pPr marL="0" indent="0">
              <a:spcBef>
                <a:spcPts val="0"/>
              </a:spcBef>
              <a:buNone/>
              <a:defRPr sz="2200">
                <a:solidFill>
                  <a:schemeClr val="accent1"/>
                </a:solidFill>
              </a:defRPr>
            </a:lvl1pPr>
            <a:lvl2pPr marL="0" indent="0">
              <a:buNone/>
              <a:defRPr sz="1200"/>
            </a:lvl2pPr>
            <a:lvl3pPr marL="0" indent="0">
              <a:buNone/>
              <a:defRPr sz="1200"/>
            </a:lvl3pPr>
            <a:lvl4pPr marL="0" indent="0">
              <a:buNone/>
              <a:defRPr sz="1200"/>
            </a:lvl4pPr>
            <a:lvl5pPr marL="0" indent="0">
              <a:buNone/>
              <a:defRPr sz="1200"/>
            </a:lvl5pPr>
          </a:lstStyle>
          <a:p>
            <a:pPr lvl="0"/>
            <a:r>
              <a:rPr lang="en-GB" noProof="0"/>
              <a:t>Subtitle</a:t>
            </a:r>
          </a:p>
        </p:txBody>
      </p:sp>
      <p:sp>
        <p:nvSpPr>
          <p:cNvPr id="15" name="Espace réservé pour une image  15">
            <a:extLst>
              <a:ext uri="{FF2B5EF4-FFF2-40B4-BE49-F238E27FC236}">
                <a16:creationId xmlns:a16="http://schemas.microsoft.com/office/drawing/2014/main" id="{A3FF6568-34B8-4C7C-95F9-D26DA72F510E}"/>
              </a:ext>
            </a:extLst>
          </p:cNvPr>
          <p:cNvSpPr>
            <a:spLocks noGrp="1"/>
          </p:cNvSpPr>
          <p:nvPr>
            <p:ph type="pic" sz="quarter" idx="16" hasCustomPrompt="1"/>
          </p:nvPr>
        </p:nvSpPr>
        <p:spPr bwMode="gray">
          <a:xfrm>
            <a:off x="0" y="1872000"/>
            <a:ext cx="12192000" cy="4320000"/>
          </a:xfrm>
          <a:prstGeom prst="rect">
            <a:avLst/>
          </a:pr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3" name="Titre 2"/>
          <p:cNvSpPr>
            <a:spLocks noGrp="1"/>
          </p:cNvSpPr>
          <p:nvPr>
            <p:ph type="title" hasCustomPrompt="1"/>
          </p:nvPr>
        </p:nvSpPr>
        <p:spPr bwMode="gray">
          <a:xfrm>
            <a:off x="792000" y="557645"/>
            <a:ext cx="10605600" cy="648000"/>
          </a:xfrm>
        </p:spPr>
        <p:txBody>
          <a:bodyPr/>
          <a:lstStyle>
            <a:lvl1pPr>
              <a:defRPr/>
            </a:lvl1pPr>
          </a:lstStyle>
          <a:p>
            <a:r>
              <a:rPr lang="en-GB" noProof="0"/>
              <a:t>Title</a:t>
            </a:r>
          </a:p>
        </p:txBody>
      </p:sp>
      <p:sp>
        <p:nvSpPr>
          <p:cNvPr id="11" name="Espace réservé du texte 4"/>
          <p:cNvSpPr>
            <a:spLocks noGrp="1"/>
          </p:cNvSpPr>
          <p:nvPr>
            <p:ph type="body" sz="quarter" idx="17" hasCustomPrompt="1"/>
          </p:nvPr>
        </p:nvSpPr>
        <p:spPr bwMode="gray">
          <a:xfrm rot="5400000">
            <a:off x="695632" y="1608092"/>
            <a:ext cx="720000" cy="2111264"/>
          </a:xfrm>
          <a:prstGeom prst="round2SameRect">
            <a:avLst>
              <a:gd name="adj1" fmla="val 50000"/>
              <a:gd name="adj2" fmla="val 0"/>
            </a:avLst>
          </a:prstGeom>
          <a:solidFill>
            <a:schemeClr val="bg1"/>
          </a:solidFill>
        </p:spPr>
        <p:txBody>
          <a:bodyPr vert="vert270" tIns="108000" rIns="0" bIns="108000" anchor="ctr" anchorCtr="0">
            <a:normAutofit/>
          </a:bodyPr>
          <a:lstStyle>
            <a:lvl1pPr marL="0" indent="0" algn="l">
              <a:spcBef>
                <a:spcPts val="0"/>
              </a:spcBef>
              <a:buNone/>
              <a:defRPr sz="1000"/>
            </a:lvl1pPr>
          </a:lstStyle>
          <a:p>
            <a:pPr lvl="0"/>
            <a:r>
              <a:rPr lang="en-GB" noProof="0"/>
              <a:t>Caption text</a:t>
            </a:r>
          </a:p>
        </p:txBody>
      </p:sp>
    </p:spTree>
    <p:extLst>
      <p:ext uri="{BB962C8B-B14F-4D97-AF65-F5344CB8AC3E}">
        <p14:creationId xmlns:p14="http://schemas.microsoft.com/office/powerpoint/2010/main" val="14592757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_subtitle_6_pictures">
    <p:spTree>
      <p:nvGrpSpPr>
        <p:cNvPr id="1" name=""/>
        <p:cNvGrpSpPr/>
        <p:nvPr/>
      </p:nvGrpSpPr>
      <p:grpSpPr>
        <a:xfrm>
          <a:off x="0" y="0"/>
          <a:ext cx="0" cy="0"/>
          <a:chOff x="0" y="0"/>
          <a:chExt cx="0" cy="0"/>
        </a:xfrm>
      </p:grpSpPr>
      <p:sp>
        <p:nvSpPr>
          <p:cNvPr id="15" name="Espace réservé pour une image  15">
            <a:extLst>
              <a:ext uri="{FF2B5EF4-FFF2-40B4-BE49-F238E27FC236}">
                <a16:creationId xmlns:a16="http://schemas.microsoft.com/office/drawing/2014/main" id="{A3FF6568-34B8-4C7C-95F9-D26DA72F510E}"/>
              </a:ext>
            </a:extLst>
          </p:cNvPr>
          <p:cNvSpPr>
            <a:spLocks noGrp="1"/>
          </p:cNvSpPr>
          <p:nvPr>
            <p:ph type="pic" sz="quarter" idx="16" hasCustomPrompt="1"/>
          </p:nvPr>
        </p:nvSpPr>
        <p:spPr bwMode="gray">
          <a:xfrm>
            <a:off x="0" y="1872000"/>
            <a:ext cx="3936000" cy="2088000"/>
          </a:xfrm>
          <a:prstGeom prst="rect">
            <a:avLst/>
          </a:pr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a:t>
            </a:r>
          </a:p>
        </p:txBody>
      </p:sp>
      <p:sp>
        <p:nvSpPr>
          <p:cNvPr id="13" name="Espace réservé pour une image  15">
            <a:extLst>
              <a:ext uri="{FF2B5EF4-FFF2-40B4-BE49-F238E27FC236}">
                <a16:creationId xmlns:a16="http://schemas.microsoft.com/office/drawing/2014/main" id="{A3FF6568-34B8-4C7C-95F9-D26DA72F510E}"/>
              </a:ext>
            </a:extLst>
          </p:cNvPr>
          <p:cNvSpPr>
            <a:spLocks noGrp="1"/>
          </p:cNvSpPr>
          <p:nvPr>
            <p:ph type="pic" sz="quarter" idx="17" hasCustomPrompt="1"/>
          </p:nvPr>
        </p:nvSpPr>
        <p:spPr bwMode="gray">
          <a:xfrm>
            <a:off x="4128000" y="1872000"/>
            <a:ext cx="3936000" cy="2088000"/>
          </a:xfrm>
          <a:prstGeom prst="rect">
            <a:avLst/>
          </a:pr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a:t>
            </a:r>
          </a:p>
        </p:txBody>
      </p:sp>
      <p:sp>
        <p:nvSpPr>
          <p:cNvPr id="16" name="Espace réservé pour une image  15">
            <a:extLst>
              <a:ext uri="{FF2B5EF4-FFF2-40B4-BE49-F238E27FC236}">
                <a16:creationId xmlns:a16="http://schemas.microsoft.com/office/drawing/2014/main" id="{A3FF6568-34B8-4C7C-95F9-D26DA72F510E}"/>
              </a:ext>
            </a:extLst>
          </p:cNvPr>
          <p:cNvSpPr>
            <a:spLocks noGrp="1"/>
          </p:cNvSpPr>
          <p:nvPr>
            <p:ph type="pic" sz="quarter" idx="18" hasCustomPrompt="1"/>
          </p:nvPr>
        </p:nvSpPr>
        <p:spPr bwMode="gray">
          <a:xfrm>
            <a:off x="8256000" y="1872000"/>
            <a:ext cx="3936000" cy="2088000"/>
          </a:xfrm>
          <a:prstGeom prst="rect">
            <a:avLst/>
          </a:pr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a:t>
            </a:r>
          </a:p>
        </p:txBody>
      </p:sp>
      <p:sp>
        <p:nvSpPr>
          <p:cNvPr id="17" name="Espace réservé pour une image  15">
            <a:extLst>
              <a:ext uri="{FF2B5EF4-FFF2-40B4-BE49-F238E27FC236}">
                <a16:creationId xmlns:a16="http://schemas.microsoft.com/office/drawing/2014/main" id="{A3FF6568-34B8-4C7C-95F9-D26DA72F510E}"/>
              </a:ext>
            </a:extLst>
          </p:cNvPr>
          <p:cNvSpPr>
            <a:spLocks noGrp="1"/>
          </p:cNvSpPr>
          <p:nvPr>
            <p:ph type="pic" sz="quarter" idx="19" hasCustomPrompt="1"/>
          </p:nvPr>
        </p:nvSpPr>
        <p:spPr bwMode="gray">
          <a:xfrm>
            <a:off x="-1175" y="4104000"/>
            <a:ext cx="3936000" cy="2088000"/>
          </a:xfrm>
          <a:prstGeom prst="rect">
            <a:avLst/>
          </a:pr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a:t>
            </a:r>
          </a:p>
        </p:txBody>
      </p:sp>
      <p:sp>
        <p:nvSpPr>
          <p:cNvPr id="18" name="Espace réservé pour une image  15">
            <a:extLst>
              <a:ext uri="{FF2B5EF4-FFF2-40B4-BE49-F238E27FC236}">
                <a16:creationId xmlns:a16="http://schemas.microsoft.com/office/drawing/2014/main" id="{A3FF6568-34B8-4C7C-95F9-D26DA72F510E}"/>
              </a:ext>
            </a:extLst>
          </p:cNvPr>
          <p:cNvSpPr>
            <a:spLocks noGrp="1"/>
          </p:cNvSpPr>
          <p:nvPr>
            <p:ph type="pic" sz="quarter" idx="20" hasCustomPrompt="1"/>
          </p:nvPr>
        </p:nvSpPr>
        <p:spPr bwMode="gray">
          <a:xfrm>
            <a:off x="4127413" y="4104000"/>
            <a:ext cx="3936000" cy="2088000"/>
          </a:xfrm>
          <a:prstGeom prst="rect">
            <a:avLst/>
          </a:pr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a:t>
            </a:r>
          </a:p>
        </p:txBody>
      </p:sp>
      <p:sp>
        <p:nvSpPr>
          <p:cNvPr id="19" name="Espace réservé pour une image  15">
            <a:extLst>
              <a:ext uri="{FF2B5EF4-FFF2-40B4-BE49-F238E27FC236}">
                <a16:creationId xmlns:a16="http://schemas.microsoft.com/office/drawing/2014/main" id="{A3FF6568-34B8-4C7C-95F9-D26DA72F510E}"/>
              </a:ext>
            </a:extLst>
          </p:cNvPr>
          <p:cNvSpPr>
            <a:spLocks noGrp="1"/>
          </p:cNvSpPr>
          <p:nvPr>
            <p:ph type="pic" sz="quarter" idx="21" hasCustomPrompt="1"/>
          </p:nvPr>
        </p:nvSpPr>
        <p:spPr bwMode="gray">
          <a:xfrm>
            <a:off x="8256000" y="4104000"/>
            <a:ext cx="3936000" cy="2088000"/>
          </a:xfrm>
          <a:prstGeom prst="rect">
            <a:avLst/>
          </a:pr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a:t>
            </a:r>
          </a:p>
        </p:txBody>
      </p:sp>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14" name="Espace réservé du texte 11"/>
          <p:cNvSpPr>
            <a:spLocks noGrp="1"/>
          </p:cNvSpPr>
          <p:nvPr>
            <p:ph type="body" sz="quarter" idx="13" hasCustomPrompt="1"/>
          </p:nvPr>
        </p:nvSpPr>
        <p:spPr bwMode="gray">
          <a:xfrm>
            <a:off x="792000" y="1467061"/>
            <a:ext cx="10605600" cy="360000"/>
          </a:xfrm>
        </p:spPr>
        <p:txBody>
          <a:bodyPr>
            <a:noAutofit/>
          </a:bodyPr>
          <a:lstStyle>
            <a:lvl1pPr marL="0" indent="0">
              <a:spcBef>
                <a:spcPts val="0"/>
              </a:spcBef>
              <a:buNone/>
              <a:defRPr sz="2200">
                <a:solidFill>
                  <a:schemeClr val="accent1"/>
                </a:solidFill>
              </a:defRPr>
            </a:lvl1pPr>
            <a:lvl2pPr marL="0" indent="0">
              <a:buNone/>
              <a:defRPr sz="1200"/>
            </a:lvl2pPr>
            <a:lvl3pPr marL="0" indent="0">
              <a:buNone/>
              <a:defRPr sz="1200"/>
            </a:lvl3pPr>
            <a:lvl4pPr marL="0" indent="0">
              <a:buNone/>
              <a:defRPr sz="1200"/>
            </a:lvl4pPr>
            <a:lvl5pPr marL="0" indent="0">
              <a:buNone/>
              <a:defRPr sz="1200"/>
            </a:lvl5pPr>
          </a:lstStyle>
          <a:p>
            <a:pPr lvl="0"/>
            <a:r>
              <a:rPr lang="en-GB" noProof="0"/>
              <a:t>Subtitle</a:t>
            </a:r>
          </a:p>
        </p:txBody>
      </p:sp>
      <p:sp>
        <p:nvSpPr>
          <p:cNvPr id="3" name="Titre 2"/>
          <p:cNvSpPr>
            <a:spLocks noGrp="1"/>
          </p:cNvSpPr>
          <p:nvPr>
            <p:ph type="title" hasCustomPrompt="1"/>
          </p:nvPr>
        </p:nvSpPr>
        <p:spPr bwMode="gray">
          <a:xfrm>
            <a:off x="792000" y="557645"/>
            <a:ext cx="10605600" cy="648000"/>
          </a:xfrm>
        </p:spPr>
        <p:txBody>
          <a:bodyPr/>
          <a:lstStyle>
            <a:lvl1pPr>
              <a:defRPr/>
            </a:lvl1pPr>
          </a:lstStyle>
          <a:p>
            <a:r>
              <a:rPr lang="en-GB" noProof="0"/>
              <a:t>Title</a:t>
            </a:r>
          </a:p>
        </p:txBody>
      </p:sp>
    </p:spTree>
    <p:extLst>
      <p:ext uri="{BB962C8B-B14F-4D97-AF65-F5344CB8AC3E}">
        <p14:creationId xmlns:p14="http://schemas.microsoft.com/office/powerpoint/2010/main" val="27313192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Contents_subtitle_3_pictures">
    <p:spTree>
      <p:nvGrpSpPr>
        <p:cNvPr id="1" name=""/>
        <p:cNvGrpSpPr/>
        <p:nvPr/>
      </p:nvGrpSpPr>
      <p:grpSpPr>
        <a:xfrm>
          <a:off x="0" y="0"/>
          <a:ext cx="0" cy="0"/>
          <a:chOff x="0" y="0"/>
          <a:chExt cx="0" cy="0"/>
        </a:xfrm>
      </p:grpSpPr>
      <p:sp>
        <p:nvSpPr>
          <p:cNvPr id="15" name="Espace réservé pour une image  15">
            <a:extLst>
              <a:ext uri="{FF2B5EF4-FFF2-40B4-BE49-F238E27FC236}">
                <a16:creationId xmlns:a16="http://schemas.microsoft.com/office/drawing/2014/main" id="{A3FF6568-34B8-4C7C-95F9-D26DA72F510E}"/>
              </a:ext>
            </a:extLst>
          </p:cNvPr>
          <p:cNvSpPr>
            <a:spLocks noGrp="1"/>
          </p:cNvSpPr>
          <p:nvPr>
            <p:ph type="pic" sz="quarter" idx="16" hasCustomPrompt="1"/>
          </p:nvPr>
        </p:nvSpPr>
        <p:spPr bwMode="gray">
          <a:xfrm>
            <a:off x="0" y="1872000"/>
            <a:ext cx="3936000" cy="2088000"/>
          </a:xfrm>
          <a:prstGeom prst="rect">
            <a:avLst/>
          </a:pr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a:t>
            </a:r>
          </a:p>
        </p:txBody>
      </p:sp>
      <p:sp>
        <p:nvSpPr>
          <p:cNvPr id="16" name="Espace réservé pour une image  15">
            <a:extLst>
              <a:ext uri="{FF2B5EF4-FFF2-40B4-BE49-F238E27FC236}">
                <a16:creationId xmlns:a16="http://schemas.microsoft.com/office/drawing/2014/main" id="{A3FF6568-34B8-4C7C-95F9-D26DA72F510E}"/>
              </a:ext>
            </a:extLst>
          </p:cNvPr>
          <p:cNvSpPr>
            <a:spLocks noGrp="1"/>
          </p:cNvSpPr>
          <p:nvPr>
            <p:ph type="pic" sz="quarter" idx="18" hasCustomPrompt="1"/>
          </p:nvPr>
        </p:nvSpPr>
        <p:spPr bwMode="gray">
          <a:xfrm>
            <a:off x="8256000" y="1872000"/>
            <a:ext cx="3936000" cy="2088000"/>
          </a:xfrm>
          <a:prstGeom prst="rect">
            <a:avLst/>
          </a:pr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a:t>
            </a:r>
          </a:p>
        </p:txBody>
      </p:sp>
      <p:sp>
        <p:nvSpPr>
          <p:cNvPr id="18" name="Espace réservé pour une image  15">
            <a:extLst>
              <a:ext uri="{FF2B5EF4-FFF2-40B4-BE49-F238E27FC236}">
                <a16:creationId xmlns:a16="http://schemas.microsoft.com/office/drawing/2014/main" id="{A3FF6568-34B8-4C7C-95F9-D26DA72F510E}"/>
              </a:ext>
            </a:extLst>
          </p:cNvPr>
          <p:cNvSpPr>
            <a:spLocks noGrp="1"/>
          </p:cNvSpPr>
          <p:nvPr>
            <p:ph type="pic" sz="quarter" idx="20" hasCustomPrompt="1"/>
          </p:nvPr>
        </p:nvSpPr>
        <p:spPr bwMode="gray">
          <a:xfrm>
            <a:off x="4127413" y="4104000"/>
            <a:ext cx="3936000" cy="2088000"/>
          </a:xfrm>
          <a:prstGeom prst="rect">
            <a:avLst/>
          </a:pr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a:t>
            </a:r>
          </a:p>
        </p:txBody>
      </p:sp>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14" name="Espace réservé du texte 11"/>
          <p:cNvSpPr>
            <a:spLocks noGrp="1"/>
          </p:cNvSpPr>
          <p:nvPr>
            <p:ph type="body" sz="quarter" idx="13" hasCustomPrompt="1"/>
          </p:nvPr>
        </p:nvSpPr>
        <p:spPr bwMode="gray">
          <a:xfrm>
            <a:off x="792000" y="1467061"/>
            <a:ext cx="10605600" cy="360000"/>
          </a:xfrm>
        </p:spPr>
        <p:txBody>
          <a:bodyPr>
            <a:noAutofit/>
          </a:bodyPr>
          <a:lstStyle>
            <a:lvl1pPr marL="0" indent="0">
              <a:spcBef>
                <a:spcPts val="0"/>
              </a:spcBef>
              <a:buNone/>
              <a:defRPr sz="2200">
                <a:solidFill>
                  <a:schemeClr val="accent1"/>
                </a:solidFill>
              </a:defRPr>
            </a:lvl1pPr>
            <a:lvl2pPr marL="0" indent="0">
              <a:buNone/>
              <a:defRPr sz="1200"/>
            </a:lvl2pPr>
            <a:lvl3pPr marL="0" indent="0">
              <a:buNone/>
              <a:defRPr sz="1200"/>
            </a:lvl3pPr>
            <a:lvl4pPr marL="0" indent="0">
              <a:buNone/>
              <a:defRPr sz="1200"/>
            </a:lvl4pPr>
            <a:lvl5pPr marL="0" indent="0">
              <a:buNone/>
              <a:defRPr sz="1200"/>
            </a:lvl5pPr>
          </a:lstStyle>
          <a:p>
            <a:pPr lvl="0"/>
            <a:r>
              <a:rPr lang="en-GB" noProof="0"/>
              <a:t>Subtitle</a:t>
            </a:r>
          </a:p>
        </p:txBody>
      </p:sp>
      <p:sp>
        <p:nvSpPr>
          <p:cNvPr id="3" name="Titre 2"/>
          <p:cNvSpPr>
            <a:spLocks noGrp="1"/>
          </p:cNvSpPr>
          <p:nvPr>
            <p:ph type="title" hasCustomPrompt="1"/>
          </p:nvPr>
        </p:nvSpPr>
        <p:spPr bwMode="gray">
          <a:xfrm>
            <a:off x="792000" y="557645"/>
            <a:ext cx="10605600" cy="648000"/>
          </a:xfrm>
        </p:spPr>
        <p:txBody>
          <a:bodyPr/>
          <a:lstStyle>
            <a:lvl1pPr>
              <a:defRPr/>
            </a:lvl1pPr>
          </a:lstStyle>
          <a:p>
            <a:r>
              <a:rPr lang="en-GB" noProof="0"/>
              <a:t>Title</a:t>
            </a:r>
          </a:p>
        </p:txBody>
      </p:sp>
      <p:sp>
        <p:nvSpPr>
          <p:cNvPr id="6" name="Espace réservé du contenu 5"/>
          <p:cNvSpPr>
            <a:spLocks noGrp="1"/>
          </p:cNvSpPr>
          <p:nvPr>
            <p:ph sz="quarter" idx="21" hasCustomPrompt="1"/>
          </p:nvPr>
        </p:nvSpPr>
        <p:spPr>
          <a:xfrm>
            <a:off x="4128000" y="1872000"/>
            <a:ext cx="3936000" cy="2088000"/>
          </a:xfrm>
        </p:spPr>
        <p:txBody>
          <a:bodyPr lIns="144000" tIns="144000" rIns="144000" bIns="144000"/>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20" name="Espace réservé du contenu 5"/>
          <p:cNvSpPr>
            <a:spLocks noGrp="1"/>
          </p:cNvSpPr>
          <p:nvPr>
            <p:ph sz="quarter" idx="22" hasCustomPrompt="1"/>
          </p:nvPr>
        </p:nvSpPr>
        <p:spPr>
          <a:xfrm>
            <a:off x="0" y="4104000"/>
            <a:ext cx="3936000" cy="2088000"/>
          </a:xfrm>
        </p:spPr>
        <p:txBody>
          <a:bodyPr lIns="144000" tIns="144000" rIns="144000" bIns="144000"/>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21" name="Espace réservé du contenu 5"/>
          <p:cNvSpPr>
            <a:spLocks noGrp="1"/>
          </p:cNvSpPr>
          <p:nvPr>
            <p:ph sz="quarter" idx="23" hasCustomPrompt="1"/>
          </p:nvPr>
        </p:nvSpPr>
        <p:spPr>
          <a:xfrm>
            <a:off x="8256000" y="4104000"/>
            <a:ext cx="3936000" cy="2088000"/>
          </a:xfrm>
        </p:spPr>
        <p:txBody>
          <a:bodyPr lIns="144000" tIns="144000" rIns="144000" bIns="144000"/>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Tree>
    <p:extLst>
      <p:ext uri="{BB962C8B-B14F-4D97-AF65-F5344CB8AC3E}">
        <p14:creationId xmlns:p14="http://schemas.microsoft.com/office/powerpoint/2010/main" val="34156068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_subtitle_2_pictures_bottom">
    <p:spTree>
      <p:nvGrpSpPr>
        <p:cNvPr id="1" name=""/>
        <p:cNvGrpSpPr/>
        <p:nvPr/>
      </p:nvGrpSpPr>
      <p:grpSpPr>
        <a:xfrm>
          <a:off x="0" y="0"/>
          <a:ext cx="0" cy="0"/>
          <a:chOff x="0" y="0"/>
          <a:chExt cx="0" cy="0"/>
        </a:xfrm>
      </p:grpSpPr>
      <p:sp>
        <p:nvSpPr>
          <p:cNvPr id="10" name="Espace réservé pour une image  15">
            <a:extLst>
              <a:ext uri="{FF2B5EF4-FFF2-40B4-BE49-F238E27FC236}">
                <a16:creationId xmlns:a16="http://schemas.microsoft.com/office/drawing/2014/main" id="{A3FF6568-34B8-4C7C-95F9-D26DA72F510E}"/>
              </a:ext>
            </a:extLst>
          </p:cNvPr>
          <p:cNvSpPr>
            <a:spLocks noGrp="1"/>
          </p:cNvSpPr>
          <p:nvPr>
            <p:ph type="pic" sz="quarter" idx="14" hasCustomPrompt="1"/>
          </p:nvPr>
        </p:nvSpPr>
        <p:spPr bwMode="gray">
          <a:xfrm>
            <a:off x="6192000" y="1872000"/>
            <a:ext cx="6000000" cy="4320000"/>
          </a:xfrm>
          <a:prstGeom prst="rect">
            <a:avLst/>
          </a:pr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13" name="Espace réservé pour une image  15">
            <a:extLst>
              <a:ext uri="{FF2B5EF4-FFF2-40B4-BE49-F238E27FC236}">
                <a16:creationId xmlns:a16="http://schemas.microsoft.com/office/drawing/2014/main" id="{A3FF6568-34B8-4C7C-95F9-D26DA72F510E}"/>
              </a:ext>
            </a:extLst>
          </p:cNvPr>
          <p:cNvSpPr>
            <a:spLocks noGrp="1"/>
          </p:cNvSpPr>
          <p:nvPr>
            <p:ph type="pic" sz="quarter" idx="16" hasCustomPrompt="1"/>
          </p:nvPr>
        </p:nvSpPr>
        <p:spPr bwMode="gray">
          <a:xfrm>
            <a:off x="0" y="1872000"/>
            <a:ext cx="6000000" cy="4320000"/>
          </a:xfrm>
          <a:prstGeom prst="rect">
            <a:avLst/>
          </a:prstGeom>
          <a:solidFill>
            <a:schemeClr val="bg1">
              <a:lumMod val="95000"/>
            </a:schemeClr>
          </a:solidFill>
        </p:spPr>
        <p:txBody>
          <a:bodyPr wrap="square" lIns="0" tIns="126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11" name="Espace réservé du texte 11"/>
          <p:cNvSpPr>
            <a:spLocks noGrp="1"/>
          </p:cNvSpPr>
          <p:nvPr>
            <p:ph type="body" sz="quarter" idx="13" hasCustomPrompt="1"/>
          </p:nvPr>
        </p:nvSpPr>
        <p:spPr bwMode="gray">
          <a:xfrm>
            <a:off x="792000" y="1467061"/>
            <a:ext cx="10605600" cy="360000"/>
          </a:xfrm>
        </p:spPr>
        <p:txBody>
          <a:bodyPr>
            <a:noAutofit/>
          </a:bodyPr>
          <a:lstStyle>
            <a:lvl1pPr marL="0" indent="0">
              <a:spcBef>
                <a:spcPts val="0"/>
              </a:spcBef>
              <a:buNone/>
              <a:defRPr sz="2200">
                <a:solidFill>
                  <a:schemeClr val="accent1"/>
                </a:solidFill>
              </a:defRPr>
            </a:lvl1pPr>
            <a:lvl2pPr marL="0" indent="0">
              <a:buNone/>
              <a:defRPr sz="1200"/>
            </a:lvl2pPr>
            <a:lvl3pPr marL="0" indent="0">
              <a:buNone/>
              <a:defRPr sz="1200"/>
            </a:lvl3pPr>
            <a:lvl4pPr marL="0" indent="0">
              <a:buNone/>
              <a:defRPr sz="1200"/>
            </a:lvl4pPr>
            <a:lvl5pPr marL="0" indent="0">
              <a:buNone/>
              <a:defRPr sz="1200"/>
            </a:lvl5pPr>
          </a:lstStyle>
          <a:p>
            <a:pPr lvl="0"/>
            <a:r>
              <a:rPr lang="en-GB" noProof="0"/>
              <a:t>Subtitle</a:t>
            </a:r>
          </a:p>
        </p:txBody>
      </p:sp>
      <p:sp>
        <p:nvSpPr>
          <p:cNvPr id="3" name="Titre 2"/>
          <p:cNvSpPr>
            <a:spLocks noGrp="1"/>
          </p:cNvSpPr>
          <p:nvPr>
            <p:ph type="title" hasCustomPrompt="1"/>
          </p:nvPr>
        </p:nvSpPr>
        <p:spPr bwMode="gray">
          <a:xfrm>
            <a:off x="792000" y="557645"/>
            <a:ext cx="10605600" cy="648000"/>
          </a:xfrm>
        </p:spPr>
        <p:txBody>
          <a:bodyPr/>
          <a:lstStyle>
            <a:lvl1pPr>
              <a:defRPr/>
            </a:lvl1pPr>
          </a:lstStyle>
          <a:p>
            <a:r>
              <a:rPr lang="en-GB" noProof="0"/>
              <a:t>Title</a:t>
            </a:r>
          </a:p>
        </p:txBody>
      </p:sp>
      <p:sp>
        <p:nvSpPr>
          <p:cNvPr id="14" name="Espace réservé du texte 4"/>
          <p:cNvSpPr>
            <a:spLocks noGrp="1"/>
          </p:cNvSpPr>
          <p:nvPr>
            <p:ph type="body" sz="quarter" idx="17" hasCustomPrompt="1"/>
          </p:nvPr>
        </p:nvSpPr>
        <p:spPr bwMode="gray">
          <a:xfrm rot="5400000">
            <a:off x="695632" y="1608092"/>
            <a:ext cx="720000" cy="2111264"/>
          </a:xfrm>
          <a:prstGeom prst="round2SameRect">
            <a:avLst>
              <a:gd name="adj1" fmla="val 50000"/>
              <a:gd name="adj2" fmla="val 0"/>
            </a:avLst>
          </a:prstGeom>
          <a:solidFill>
            <a:schemeClr val="bg1"/>
          </a:solidFill>
        </p:spPr>
        <p:txBody>
          <a:bodyPr vert="vert270" tIns="108000" rIns="0" bIns="108000" anchor="ctr" anchorCtr="0">
            <a:normAutofit/>
          </a:bodyPr>
          <a:lstStyle>
            <a:lvl1pPr marL="0" indent="0" algn="l">
              <a:spcBef>
                <a:spcPts val="0"/>
              </a:spcBef>
              <a:buNone/>
              <a:defRPr sz="1000"/>
            </a:lvl1pPr>
          </a:lstStyle>
          <a:p>
            <a:pPr lvl="0"/>
            <a:r>
              <a:rPr lang="en-GB" noProof="0"/>
              <a:t>Caption text</a:t>
            </a:r>
          </a:p>
        </p:txBody>
      </p:sp>
      <p:sp>
        <p:nvSpPr>
          <p:cNvPr id="15" name="Espace réservé du texte 4"/>
          <p:cNvSpPr>
            <a:spLocks noGrp="1"/>
          </p:cNvSpPr>
          <p:nvPr>
            <p:ph type="body" sz="quarter" idx="18" hasCustomPrompt="1"/>
          </p:nvPr>
        </p:nvSpPr>
        <p:spPr bwMode="gray">
          <a:xfrm rot="5400000">
            <a:off x="6887632" y="1608092"/>
            <a:ext cx="720000" cy="2111264"/>
          </a:xfrm>
          <a:prstGeom prst="round2SameRect">
            <a:avLst>
              <a:gd name="adj1" fmla="val 50000"/>
              <a:gd name="adj2" fmla="val 0"/>
            </a:avLst>
          </a:prstGeom>
          <a:solidFill>
            <a:schemeClr val="bg1"/>
          </a:solidFill>
        </p:spPr>
        <p:txBody>
          <a:bodyPr vert="vert270" tIns="108000" rIns="0" bIns="108000" anchor="ctr" anchorCtr="0">
            <a:normAutofit/>
          </a:bodyPr>
          <a:lstStyle>
            <a:lvl1pPr marL="0" indent="0" algn="l">
              <a:spcBef>
                <a:spcPts val="0"/>
              </a:spcBef>
              <a:buNone/>
              <a:defRPr sz="1000"/>
            </a:lvl1pPr>
          </a:lstStyle>
          <a:p>
            <a:pPr lvl="0"/>
            <a:r>
              <a:rPr lang="en-GB" noProof="0"/>
              <a:t>Caption text</a:t>
            </a:r>
          </a:p>
        </p:txBody>
      </p:sp>
    </p:spTree>
    <p:extLst>
      <p:ext uri="{BB962C8B-B14F-4D97-AF65-F5344CB8AC3E}">
        <p14:creationId xmlns:p14="http://schemas.microsoft.com/office/powerpoint/2010/main" val="30123064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7_Pictures">
    <p:spTree>
      <p:nvGrpSpPr>
        <p:cNvPr id="1" name=""/>
        <p:cNvGrpSpPr/>
        <p:nvPr/>
      </p:nvGrpSpPr>
      <p:grpSpPr>
        <a:xfrm>
          <a:off x="0" y="0"/>
          <a:ext cx="0" cy="0"/>
          <a:chOff x="0" y="0"/>
          <a:chExt cx="0" cy="0"/>
        </a:xfrm>
      </p:grpSpPr>
      <p:sp>
        <p:nvSpPr>
          <p:cNvPr id="21" name="Rectangle 20"/>
          <p:cNvSpPr/>
          <p:nvPr userDrawn="1"/>
        </p:nvSpPr>
        <p:spPr bwMode="gray">
          <a:xfrm>
            <a:off x="0" y="0"/>
            <a:ext cx="2400000" cy="140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10" name="Espace réservé pour une image  15">
            <a:extLst>
              <a:ext uri="{FF2B5EF4-FFF2-40B4-BE49-F238E27FC236}">
                <a16:creationId xmlns:a16="http://schemas.microsoft.com/office/drawing/2014/main" id="{A3FF6568-34B8-4C7C-95F9-D26DA72F510E}"/>
              </a:ext>
            </a:extLst>
          </p:cNvPr>
          <p:cNvSpPr>
            <a:spLocks noGrp="1"/>
          </p:cNvSpPr>
          <p:nvPr>
            <p:ph type="pic" sz="quarter" idx="14" hasCustomPrompt="1"/>
          </p:nvPr>
        </p:nvSpPr>
        <p:spPr bwMode="gray">
          <a:xfrm>
            <a:off x="240000" y="180000"/>
            <a:ext cx="4200000" cy="3852000"/>
          </a:xfrm>
          <a:prstGeom prst="rect">
            <a:avLst/>
          </a:prstGeom>
          <a:solidFill>
            <a:schemeClr val="bg1">
              <a:lumMod val="95000"/>
            </a:schemeClr>
          </a:solidFill>
        </p:spPr>
        <p:txBody>
          <a:bodyPr wrap="square" tIns="72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13" name="Espace réservé pour une image  15">
            <a:extLst>
              <a:ext uri="{FF2B5EF4-FFF2-40B4-BE49-F238E27FC236}">
                <a16:creationId xmlns:a16="http://schemas.microsoft.com/office/drawing/2014/main" id="{A3FF6568-34B8-4C7C-95F9-D26DA72F510E}"/>
              </a:ext>
            </a:extLst>
          </p:cNvPr>
          <p:cNvSpPr>
            <a:spLocks noGrp="1"/>
          </p:cNvSpPr>
          <p:nvPr>
            <p:ph type="pic" sz="quarter" idx="17" hasCustomPrompt="1"/>
          </p:nvPr>
        </p:nvSpPr>
        <p:spPr bwMode="gray">
          <a:xfrm>
            <a:off x="240000" y="4104000"/>
            <a:ext cx="4944000" cy="2088000"/>
          </a:xfrm>
          <a:prstGeom prst="rect">
            <a:avLst/>
          </a:prstGeom>
          <a:solidFill>
            <a:schemeClr val="bg1">
              <a:lumMod val="95000"/>
            </a:schemeClr>
          </a:solidFill>
        </p:spPr>
        <p:txBody>
          <a:bodyPr wrap="square" tIns="72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14" name="Espace réservé pour une image  15">
            <a:extLst>
              <a:ext uri="{FF2B5EF4-FFF2-40B4-BE49-F238E27FC236}">
                <a16:creationId xmlns:a16="http://schemas.microsoft.com/office/drawing/2014/main" id="{A3FF6568-34B8-4C7C-95F9-D26DA72F510E}"/>
              </a:ext>
            </a:extLst>
          </p:cNvPr>
          <p:cNvSpPr>
            <a:spLocks noGrp="1"/>
          </p:cNvSpPr>
          <p:nvPr>
            <p:ph type="pic" sz="quarter" idx="18" hasCustomPrompt="1"/>
          </p:nvPr>
        </p:nvSpPr>
        <p:spPr bwMode="gray">
          <a:xfrm>
            <a:off x="10331669" y="4104000"/>
            <a:ext cx="1617600" cy="2088000"/>
          </a:xfrm>
          <a:prstGeom prst="rect">
            <a:avLst/>
          </a:prstGeom>
          <a:solidFill>
            <a:schemeClr val="bg1">
              <a:lumMod val="95000"/>
            </a:schemeClr>
          </a:solidFill>
        </p:spPr>
        <p:txBody>
          <a:bodyPr wrap="square" tIns="72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a:t>
            </a:r>
            <a:br>
              <a:rPr lang="en-GB" noProof="0"/>
            </a:br>
            <a:r>
              <a:rPr lang="en-GB" noProof="0"/>
              <a:t>to insert a picture </a:t>
            </a:r>
          </a:p>
        </p:txBody>
      </p:sp>
      <p:sp>
        <p:nvSpPr>
          <p:cNvPr id="15" name="Espace réservé pour une image  15">
            <a:extLst>
              <a:ext uri="{FF2B5EF4-FFF2-40B4-BE49-F238E27FC236}">
                <a16:creationId xmlns:a16="http://schemas.microsoft.com/office/drawing/2014/main" id="{A3FF6568-34B8-4C7C-95F9-D26DA72F510E}"/>
              </a:ext>
            </a:extLst>
          </p:cNvPr>
          <p:cNvSpPr>
            <a:spLocks noGrp="1"/>
          </p:cNvSpPr>
          <p:nvPr>
            <p:ph type="pic" sz="quarter" idx="19" hasCustomPrompt="1"/>
          </p:nvPr>
        </p:nvSpPr>
        <p:spPr bwMode="gray">
          <a:xfrm>
            <a:off x="8752495" y="180000"/>
            <a:ext cx="3201600" cy="3852000"/>
          </a:xfrm>
          <a:prstGeom prst="rect">
            <a:avLst/>
          </a:prstGeom>
          <a:solidFill>
            <a:schemeClr val="bg1">
              <a:lumMod val="95000"/>
            </a:schemeClr>
          </a:solidFill>
        </p:spPr>
        <p:txBody>
          <a:bodyPr wrap="square" tIns="72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16" name="Espace réservé pour une image  15">
            <a:extLst>
              <a:ext uri="{FF2B5EF4-FFF2-40B4-BE49-F238E27FC236}">
                <a16:creationId xmlns:a16="http://schemas.microsoft.com/office/drawing/2014/main" id="{A3FF6568-34B8-4C7C-95F9-D26DA72F510E}"/>
              </a:ext>
            </a:extLst>
          </p:cNvPr>
          <p:cNvSpPr>
            <a:spLocks noGrp="1"/>
          </p:cNvSpPr>
          <p:nvPr>
            <p:ph type="pic" sz="quarter" idx="20" hasCustomPrompt="1"/>
          </p:nvPr>
        </p:nvSpPr>
        <p:spPr bwMode="gray">
          <a:xfrm>
            <a:off x="4544248" y="180000"/>
            <a:ext cx="4104000" cy="1872000"/>
          </a:xfrm>
          <a:prstGeom prst="rect">
            <a:avLst/>
          </a:prstGeom>
          <a:solidFill>
            <a:schemeClr val="bg1">
              <a:lumMod val="95000"/>
            </a:schemeClr>
          </a:solidFill>
        </p:spPr>
        <p:txBody>
          <a:bodyPr wrap="square" tIns="72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17" name="Espace réservé pour une image  15">
            <a:extLst>
              <a:ext uri="{FF2B5EF4-FFF2-40B4-BE49-F238E27FC236}">
                <a16:creationId xmlns:a16="http://schemas.microsoft.com/office/drawing/2014/main" id="{A3FF6568-34B8-4C7C-95F9-D26DA72F510E}"/>
              </a:ext>
            </a:extLst>
          </p:cNvPr>
          <p:cNvSpPr>
            <a:spLocks noGrp="1"/>
          </p:cNvSpPr>
          <p:nvPr>
            <p:ph type="pic" sz="quarter" idx="21" hasCustomPrompt="1"/>
          </p:nvPr>
        </p:nvSpPr>
        <p:spPr bwMode="gray">
          <a:xfrm>
            <a:off x="4544248" y="2124000"/>
            <a:ext cx="4104000" cy="1908000"/>
          </a:xfrm>
          <a:prstGeom prst="rect">
            <a:avLst/>
          </a:prstGeom>
          <a:solidFill>
            <a:schemeClr val="bg1">
              <a:lumMod val="95000"/>
            </a:schemeClr>
          </a:solidFill>
        </p:spPr>
        <p:txBody>
          <a:bodyPr wrap="square" tIns="72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18" name="Espace réservé pour une image  15">
            <a:extLst>
              <a:ext uri="{FF2B5EF4-FFF2-40B4-BE49-F238E27FC236}">
                <a16:creationId xmlns:a16="http://schemas.microsoft.com/office/drawing/2014/main" id="{A3FF6568-34B8-4C7C-95F9-D26DA72F510E}"/>
              </a:ext>
            </a:extLst>
          </p:cNvPr>
          <p:cNvSpPr>
            <a:spLocks noGrp="1"/>
          </p:cNvSpPr>
          <p:nvPr>
            <p:ph type="pic" sz="quarter" idx="22" hasCustomPrompt="1"/>
          </p:nvPr>
        </p:nvSpPr>
        <p:spPr bwMode="gray">
          <a:xfrm>
            <a:off x="5285835" y="4104000"/>
            <a:ext cx="4944000" cy="2088000"/>
          </a:xfrm>
          <a:prstGeom prst="rect">
            <a:avLst/>
          </a:prstGeom>
          <a:solidFill>
            <a:schemeClr val="bg1">
              <a:lumMod val="95000"/>
            </a:schemeClr>
          </a:solidFill>
        </p:spPr>
        <p:txBody>
          <a:bodyPr wrap="square" tIns="72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tx1"/>
                </a:solidFill>
              </a:defRPr>
            </a:lvl1pPr>
          </a:lstStyle>
          <a:p>
            <a:r>
              <a:rPr lang="en-GB" noProof="0"/>
              <a:t>Click on the icon to insert a picture </a:t>
            </a:r>
          </a:p>
        </p:txBody>
      </p:sp>
      <p:sp>
        <p:nvSpPr>
          <p:cNvPr id="27" name="ZoneTexte 26"/>
          <p:cNvSpPr txBox="1"/>
          <p:nvPr userDrawn="1"/>
        </p:nvSpPr>
        <p:spPr bwMode="gray">
          <a:xfrm>
            <a:off x="-3025013" y="0"/>
            <a:ext cx="2736304" cy="1200329"/>
          </a:xfrm>
          <a:prstGeom prst="rect">
            <a:avLst/>
          </a:prstGeom>
          <a:solidFill>
            <a:schemeClr val="bg1"/>
          </a:solidFill>
          <a:ln w="28575">
            <a:solidFill>
              <a:schemeClr val="tx1"/>
            </a:solidFill>
            <a:bevel/>
          </a:ln>
        </p:spPr>
        <p:txBody>
          <a:bodyPr wrap="square" rtlCol="0">
            <a:spAutoFit/>
          </a:bodyPr>
          <a:lstStyle/>
          <a:p>
            <a:r>
              <a:rPr lang="en-GB" sz="800" b="0" noProof="0"/>
              <a:t>To move/resize the picture inside </a:t>
            </a:r>
            <a:br>
              <a:rPr lang="en-GB" sz="800" b="0" noProof="0"/>
            </a:br>
            <a:r>
              <a:rPr lang="en-GB" sz="800" b="0" noProof="0"/>
              <a:t>the picture area:</a:t>
            </a:r>
          </a:p>
          <a:p>
            <a:endParaRPr lang="en-GB" sz="800" b="0" noProof="0"/>
          </a:p>
          <a:p>
            <a:pPr marL="171450" indent="-171450">
              <a:buFontTx/>
              <a:buChar char="-"/>
            </a:pPr>
            <a:r>
              <a:rPr lang="en-GB" sz="800" b="0" noProof="0"/>
              <a:t>Click on the icon to insert a picture</a:t>
            </a:r>
          </a:p>
          <a:p>
            <a:pPr marL="171450" indent="-171450">
              <a:buFontTx/>
              <a:buChar char="-"/>
            </a:pPr>
            <a:r>
              <a:rPr lang="en-GB" sz="800" b="0" noProof="0"/>
              <a:t>Select the picture</a:t>
            </a:r>
          </a:p>
          <a:p>
            <a:pPr marL="171450" indent="-171450">
              <a:buFontTx/>
              <a:buChar char="-"/>
            </a:pPr>
            <a:r>
              <a:rPr lang="en-GB" sz="800" b="0" noProof="0"/>
              <a:t>Click right on the picture and </a:t>
            </a:r>
            <a:r>
              <a:rPr lang="en-GB" sz="800" b="1" noProof="0"/>
              <a:t>select “Crop”</a:t>
            </a:r>
          </a:p>
          <a:p>
            <a:pPr marL="171450" indent="-171450">
              <a:buFontTx/>
              <a:buChar char="-"/>
            </a:pPr>
            <a:r>
              <a:rPr lang="en-GB" sz="800" b="0" noProof="0"/>
              <a:t>Move and resize (if needed) your picture (don’t use the black cropping handles)</a:t>
            </a:r>
          </a:p>
          <a:p>
            <a:pPr marL="171450" indent="-171450">
              <a:buFontTx/>
              <a:buChar char="-"/>
            </a:pPr>
            <a:r>
              <a:rPr lang="en-GB" sz="800" b="0" noProof="0"/>
              <a:t>Hit the Esc key to exit the cropping mode</a:t>
            </a:r>
          </a:p>
        </p:txBody>
      </p:sp>
      <p:sp>
        <p:nvSpPr>
          <p:cNvPr id="19" name="ZoneTexte 18"/>
          <p:cNvSpPr txBox="1"/>
          <p:nvPr userDrawn="1"/>
        </p:nvSpPr>
        <p:spPr bwMode="gray">
          <a:xfrm>
            <a:off x="-3025013" y="1736812"/>
            <a:ext cx="2736304" cy="1569660"/>
          </a:xfrm>
          <a:prstGeom prst="rect">
            <a:avLst/>
          </a:prstGeom>
          <a:solidFill>
            <a:schemeClr val="bg1"/>
          </a:solidFill>
          <a:ln w="28575">
            <a:solidFill>
              <a:schemeClr val="tx1"/>
            </a:solidFill>
            <a:bevel/>
          </a:ln>
        </p:spPr>
        <p:txBody>
          <a:bodyPr wrap="square" rtlCol="0">
            <a:spAutoFit/>
          </a:bodyPr>
          <a:lstStyle/>
          <a:p>
            <a:r>
              <a:rPr lang="en-GB" sz="800"/>
              <a:t>To change a picture:</a:t>
            </a:r>
          </a:p>
          <a:p>
            <a:endParaRPr lang="en-GB" sz="80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GB" sz="800"/>
              <a:t>Select the picture</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GB" sz="800" b="1" u="none"/>
              <a:t>Remove it </a:t>
            </a:r>
            <a:r>
              <a:rPr lang="en-GB" sz="800"/>
              <a:t>(“</a:t>
            </a:r>
            <a:r>
              <a:rPr lang="en-GB" sz="800" err="1"/>
              <a:t>Suppr</a:t>
            </a:r>
            <a:r>
              <a:rPr lang="en-GB" sz="800"/>
              <a:t>” button)</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GB" sz="800"/>
              <a:t>Click on the icon to insert a new picture</a:t>
            </a:r>
          </a:p>
          <a:p>
            <a:pPr marL="171450" indent="-171450">
              <a:buFontTx/>
              <a:buChar char="-"/>
            </a:pPr>
            <a:endParaRPr lang="en-GB" sz="800" b="0" baseline="0" noProof="0"/>
          </a:p>
          <a:p>
            <a:pPr marL="0" indent="0">
              <a:buFontTx/>
              <a:buNone/>
            </a:pPr>
            <a:r>
              <a:rPr lang="en-GB" sz="800" b="0" baseline="0" noProof="0"/>
              <a:t>Attention:</a:t>
            </a:r>
            <a:r>
              <a:rPr lang="en-GB" sz="800"/>
              <a:t> The new picture will be automatically put at the forefront, appearing on top of the caption box.</a:t>
            </a:r>
            <a:endParaRPr lang="en-GB" sz="800" b="0" baseline="0" noProof="0"/>
          </a:p>
          <a:p>
            <a:pPr marL="0" indent="0">
              <a:buFontTx/>
              <a:buNone/>
            </a:pPr>
            <a:endParaRPr lang="en-GB" sz="800" b="0" baseline="0" noProof="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GB" sz="800"/>
              <a:t>Select the new picture</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GB" sz="800"/>
              <a:t>Place the picture into background position (right mouse click / “Send to Back” / “Send Backward”)</a:t>
            </a:r>
          </a:p>
        </p:txBody>
      </p:sp>
    </p:spTree>
    <p:extLst>
      <p:ext uri="{BB962C8B-B14F-4D97-AF65-F5344CB8AC3E}">
        <p14:creationId xmlns:p14="http://schemas.microsoft.com/office/powerpoint/2010/main" val="134428011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ircle_with_picture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p:txBody>
          <a:bodyPr/>
          <a:lstStyle/>
          <a:p>
            <a:r>
              <a:rPr lang="en-GB" noProof="0"/>
              <a:t>Title</a:t>
            </a:r>
          </a:p>
        </p:txBody>
      </p:sp>
      <p:sp>
        <p:nvSpPr>
          <p:cNvPr id="3" name="Espace réservé de la date 2"/>
          <p:cNvSpPr>
            <a:spLocks noGrp="1"/>
          </p:cNvSpPr>
          <p:nvPr>
            <p:ph type="dt" sz="half" idx="10"/>
          </p:nvPr>
        </p:nvSpPr>
        <p:spPr bwMode="gray"/>
        <p:txBody>
          <a:bodyPr/>
          <a:lstStyle/>
          <a:p>
            <a:pPr algn="l"/>
            <a:r>
              <a:rPr lang="en-GB" noProof="0"/>
              <a:t>Date</a:t>
            </a:r>
          </a:p>
        </p:txBody>
      </p:sp>
      <p:sp>
        <p:nvSpPr>
          <p:cNvPr id="4" name="Espace réservé du pied de page 3"/>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7" name="Espace réservé pour une image  15">
            <a:extLst>
              <a:ext uri="{FF2B5EF4-FFF2-40B4-BE49-F238E27FC236}">
                <a16:creationId xmlns:a16="http://schemas.microsoft.com/office/drawing/2014/main" id="{A3FF6568-34B8-4C7C-95F9-D26DA72F510E}"/>
              </a:ext>
            </a:extLst>
          </p:cNvPr>
          <p:cNvSpPr>
            <a:spLocks noGrp="1" noChangeAspect="1"/>
          </p:cNvSpPr>
          <p:nvPr>
            <p:ph type="pic" sz="quarter" idx="14" hasCustomPrompt="1"/>
          </p:nvPr>
        </p:nvSpPr>
        <p:spPr bwMode="gray">
          <a:xfrm>
            <a:off x="5315215" y="1340768"/>
            <a:ext cx="1062000" cy="1062000"/>
          </a:xfrm>
          <a:prstGeom prst="ellipse">
            <a:avLst/>
          </a:prstGeom>
          <a:solidFill>
            <a:schemeClr val="accent1"/>
          </a:solidFill>
        </p:spPr>
        <p:txBody>
          <a:bodyPr wrap="square" tIns="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bg1"/>
                </a:solidFill>
              </a:defRPr>
            </a:lvl1pPr>
          </a:lstStyle>
          <a:p>
            <a:r>
              <a:rPr lang="en-GB" noProof="0"/>
              <a:t>Click on the icon to insert a picture </a:t>
            </a:r>
          </a:p>
        </p:txBody>
      </p:sp>
      <p:sp>
        <p:nvSpPr>
          <p:cNvPr id="8" name="Espace réservé pour une image  15">
            <a:extLst>
              <a:ext uri="{FF2B5EF4-FFF2-40B4-BE49-F238E27FC236}">
                <a16:creationId xmlns:a16="http://schemas.microsoft.com/office/drawing/2014/main" id="{A3FF6568-34B8-4C7C-95F9-D26DA72F510E}"/>
              </a:ext>
            </a:extLst>
          </p:cNvPr>
          <p:cNvSpPr>
            <a:spLocks noGrp="1" noChangeAspect="1"/>
          </p:cNvSpPr>
          <p:nvPr>
            <p:ph type="pic" sz="quarter" idx="15" hasCustomPrompt="1"/>
          </p:nvPr>
        </p:nvSpPr>
        <p:spPr bwMode="gray">
          <a:xfrm>
            <a:off x="6744072" y="1973982"/>
            <a:ext cx="1062000" cy="1062000"/>
          </a:xfrm>
          <a:prstGeom prst="ellipse">
            <a:avLst/>
          </a:prstGeom>
          <a:solidFill>
            <a:schemeClr val="accent1"/>
          </a:solidFill>
        </p:spPr>
        <p:txBody>
          <a:bodyPr wrap="square" tIns="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bg1"/>
                </a:solidFill>
              </a:defRPr>
            </a:lvl1pPr>
          </a:lstStyle>
          <a:p>
            <a:r>
              <a:rPr lang="en-GB" noProof="0"/>
              <a:t>Click on the icon to insert a picture </a:t>
            </a:r>
          </a:p>
        </p:txBody>
      </p:sp>
      <p:sp>
        <p:nvSpPr>
          <p:cNvPr id="9" name="Espace réservé pour une image  15">
            <a:extLst>
              <a:ext uri="{FF2B5EF4-FFF2-40B4-BE49-F238E27FC236}">
                <a16:creationId xmlns:a16="http://schemas.microsoft.com/office/drawing/2014/main" id="{A3FF6568-34B8-4C7C-95F9-D26DA72F510E}"/>
              </a:ext>
            </a:extLst>
          </p:cNvPr>
          <p:cNvSpPr>
            <a:spLocks noGrp="1" noChangeAspect="1"/>
          </p:cNvSpPr>
          <p:nvPr>
            <p:ph type="pic" sz="quarter" idx="16" hasCustomPrompt="1"/>
          </p:nvPr>
        </p:nvSpPr>
        <p:spPr bwMode="gray">
          <a:xfrm>
            <a:off x="7392144" y="3232026"/>
            <a:ext cx="1062000" cy="1062000"/>
          </a:xfrm>
          <a:prstGeom prst="ellipse">
            <a:avLst/>
          </a:prstGeom>
          <a:solidFill>
            <a:schemeClr val="accent1"/>
          </a:solidFill>
        </p:spPr>
        <p:txBody>
          <a:bodyPr wrap="square" tIns="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bg1"/>
                </a:solidFill>
              </a:defRPr>
            </a:lvl1pPr>
          </a:lstStyle>
          <a:p>
            <a:r>
              <a:rPr lang="en-GB" noProof="0"/>
              <a:t>Click on the icon to insert a picture </a:t>
            </a:r>
          </a:p>
        </p:txBody>
      </p:sp>
      <p:sp>
        <p:nvSpPr>
          <p:cNvPr id="10" name="Espace réservé pour une image  15">
            <a:extLst>
              <a:ext uri="{FF2B5EF4-FFF2-40B4-BE49-F238E27FC236}">
                <a16:creationId xmlns:a16="http://schemas.microsoft.com/office/drawing/2014/main" id="{A3FF6568-34B8-4C7C-95F9-D26DA72F510E}"/>
              </a:ext>
            </a:extLst>
          </p:cNvPr>
          <p:cNvSpPr>
            <a:spLocks noGrp="1" noChangeAspect="1"/>
          </p:cNvSpPr>
          <p:nvPr>
            <p:ph type="pic" sz="quarter" idx="17" hasCustomPrompt="1"/>
          </p:nvPr>
        </p:nvSpPr>
        <p:spPr bwMode="gray">
          <a:xfrm>
            <a:off x="6744072" y="4501691"/>
            <a:ext cx="1062000" cy="1062000"/>
          </a:xfrm>
          <a:prstGeom prst="ellipse">
            <a:avLst/>
          </a:prstGeom>
          <a:solidFill>
            <a:schemeClr val="accent3"/>
          </a:solidFill>
        </p:spPr>
        <p:txBody>
          <a:bodyPr wrap="square" tIns="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bg1"/>
                </a:solidFill>
              </a:defRPr>
            </a:lvl1pPr>
          </a:lstStyle>
          <a:p>
            <a:r>
              <a:rPr lang="en-GB" noProof="0"/>
              <a:t>Click on the icon to insert a picture </a:t>
            </a:r>
          </a:p>
        </p:txBody>
      </p:sp>
      <p:sp>
        <p:nvSpPr>
          <p:cNvPr id="11" name="Espace réservé pour une image  15">
            <a:extLst>
              <a:ext uri="{FF2B5EF4-FFF2-40B4-BE49-F238E27FC236}">
                <a16:creationId xmlns:a16="http://schemas.microsoft.com/office/drawing/2014/main" id="{A3FF6568-34B8-4C7C-95F9-D26DA72F510E}"/>
              </a:ext>
            </a:extLst>
          </p:cNvPr>
          <p:cNvSpPr>
            <a:spLocks noGrp="1" noChangeAspect="1"/>
          </p:cNvSpPr>
          <p:nvPr>
            <p:ph type="pic" sz="quarter" idx="18" hasCustomPrompt="1"/>
          </p:nvPr>
        </p:nvSpPr>
        <p:spPr bwMode="gray">
          <a:xfrm>
            <a:off x="5318009" y="5123284"/>
            <a:ext cx="1062000" cy="1062000"/>
          </a:xfrm>
          <a:prstGeom prst="ellipse">
            <a:avLst/>
          </a:prstGeom>
          <a:solidFill>
            <a:schemeClr val="accent1"/>
          </a:solidFill>
        </p:spPr>
        <p:txBody>
          <a:bodyPr wrap="square" tIns="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bg1"/>
                </a:solidFill>
              </a:defRPr>
            </a:lvl1pPr>
          </a:lstStyle>
          <a:p>
            <a:r>
              <a:rPr lang="en-GB" noProof="0"/>
              <a:t>Click on the icon to insert a picture </a:t>
            </a:r>
          </a:p>
        </p:txBody>
      </p:sp>
      <p:sp>
        <p:nvSpPr>
          <p:cNvPr id="12" name="Espace réservé pour une image  15">
            <a:extLst>
              <a:ext uri="{FF2B5EF4-FFF2-40B4-BE49-F238E27FC236}">
                <a16:creationId xmlns:a16="http://schemas.microsoft.com/office/drawing/2014/main" id="{A3FF6568-34B8-4C7C-95F9-D26DA72F510E}"/>
              </a:ext>
            </a:extLst>
          </p:cNvPr>
          <p:cNvSpPr>
            <a:spLocks noGrp="1" noChangeAspect="1"/>
          </p:cNvSpPr>
          <p:nvPr>
            <p:ph type="pic" sz="quarter" idx="19" hasCustomPrompt="1"/>
          </p:nvPr>
        </p:nvSpPr>
        <p:spPr bwMode="gray">
          <a:xfrm>
            <a:off x="3966148" y="4501691"/>
            <a:ext cx="1062000" cy="1062000"/>
          </a:xfrm>
          <a:prstGeom prst="ellipse">
            <a:avLst/>
          </a:prstGeom>
          <a:solidFill>
            <a:schemeClr val="accent1"/>
          </a:solidFill>
        </p:spPr>
        <p:txBody>
          <a:bodyPr wrap="square" tIns="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bg1"/>
                </a:solidFill>
              </a:defRPr>
            </a:lvl1pPr>
          </a:lstStyle>
          <a:p>
            <a:r>
              <a:rPr lang="en-GB" noProof="0"/>
              <a:t>Click on the icon to insert a picture </a:t>
            </a:r>
          </a:p>
        </p:txBody>
      </p:sp>
      <p:sp>
        <p:nvSpPr>
          <p:cNvPr id="13" name="Espace réservé pour une image  15">
            <a:extLst>
              <a:ext uri="{FF2B5EF4-FFF2-40B4-BE49-F238E27FC236}">
                <a16:creationId xmlns:a16="http://schemas.microsoft.com/office/drawing/2014/main" id="{A3FF6568-34B8-4C7C-95F9-D26DA72F510E}"/>
              </a:ext>
            </a:extLst>
          </p:cNvPr>
          <p:cNvSpPr>
            <a:spLocks noGrp="1" noChangeAspect="1"/>
          </p:cNvSpPr>
          <p:nvPr>
            <p:ph type="pic" sz="quarter" idx="20" hasCustomPrompt="1"/>
          </p:nvPr>
        </p:nvSpPr>
        <p:spPr bwMode="gray">
          <a:xfrm>
            <a:off x="3301184" y="3232026"/>
            <a:ext cx="1062000" cy="1062000"/>
          </a:xfrm>
          <a:prstGeom prst="ellipse">
            <a:avLst/>
          </a:prstGeom>
          <a:solidFill>
            <a:schemeClr val="accent1"/>
          </a:solidFill>
        </p:spPr>
        <p:txBody>
          <a:bodyPr wrap="square" tIns="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bg1"/>
                </a:solidFill>
              </a:defRPr>
            </a:lvl1pPr>
          </a:lstStyle>
          <a:p>
            <a:r>
              <a:rPr lang="en-GB" noProof="0"/>
              <a:t>Click on the icon to insert a picture </a:t>
            </a:r>
          </a:p>
        </p:txBody>
      </p:sp>
      <p:sp>
        <p:nvSpPr>
          <p:cNvPr id="14" name="Espace réservé pour une image  15">
            <a:extLst>
              <a:ext uri="{FF2B5EF4-FFF2-40B4-BE49-F238E27FC236}">
                <a16:creationId xmlns:a16="http://schemas.microsoft.com/office/drawing/2014/main" id="{A3FF6568-34B8-4C7C-95F9-D26DA72F510E}"/>
              </a:ext>
            </a:extLst>
          </p:cNvPr>
          <p:cNvSpPr>
            <a:spLocks noGrp="1" noChangeAspect="1"/>
          </p:cNvSpPr>
          <p:nvPr>
            <p:ph type="pic" sz="quarter" idx="21" hasCustomPrompt="1"/>
          </p:nvPr>
        </p:nvSpPr>
        <p:spPr bwMode="gray">
          <a:xfrm>
            <a:off x="3966148" y="1973982"/>
            <a:ext cx="1062000" cy="1062000"/>
          </a:xfrm>
          <a:prstGeom prst="ellipse">
            <a:avLst/>
          </a:prstGeom>
          <a:solidFill>
            <a:schemeClr val="accent3"/>
          </a:solidFill>
        </p:spPr>
        <p:txBody>
          <a:bodyPr wrap="square" tIns="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bg1"/>
                </a:solidFill>
              </a:defRPr>
            </a:lvl1pPr>
          </a:lstStyle>
          <a:p>
            <a:r>
              <a:rPr lang="en-GB" noProof="0"/>
              <a:t>Click on the icon to insert a picture </a:t>
            </a:r>
          </a:p>
        </p:txBody>
      </p:sp>
      <p:sp>
        <p:nvSpPr>
          <p:cNvPr id="21" name="Espace réservé du texte 17"/>
          <p:cNvSpPr>
            <a:spLocks noGrp="1"/>
          </p:cNvSpPr>
          <p:nvPr>
            <p:ph type="body" sz="quarter" idx="26" hasCustomPrompt="1"/>
          </p:nvPr>
        </p:nvSpPr>
        <p:spPr bwMode="gray">
          <a:xfrm>
            <a:off x="6600056" y="1245518"/>
            <a:ext cx="2400000" cy="600596"/>
          </a:xfrm>
        </p:spPr>
        <p:txBody>
          <a:bodyPr anchor="b" anchorCtr="0">
            <a:normAutofit/>
          </a:bodyPr>
          <a:lstStyle>
            <a:lvl1pPr marL="0" indent="0">
              <a:buNone/>
              <a:defRPr sz="1500"/>
            </a:lvl1pPr>
            <a:lvl2pPr marL="0" indent="0">
              <a:buNone/>
              <a:defRPr sz="1200"/>
            </a:lvl2pPr>
            <a:lvl3pPr marL="0" indent="0">
              <a:buNone/>
              <a:defRPr sz="1200"/>
            </a:lvl3pPr>
            <a:lvl4pPr marL="0" indent="0">
              <a:buNone/>
              <a:defRPr sz="1200"/>
            </a:lvl4pPr>
            <a:lvl5pPr marL="0" indent="0">
              <a:buNone/>
              <a:defRPr sz="1200"/>
            </a:lvl5pPr>
          </a:lstStyle>
          <a:p>
            <a:pPr lvl="0"/>
            <a:r>
              <a:rPr lang="en-GB" noProof="0"/>
              <a:t>Text</a:t>
            </a:r>
          </a:p>
        </p:txBody>
      </p:sp>
      <p:sp>
        <p:nvSpPr>
          <p:cNvPr id="22" name="Espace réservé du texte 17"/>
          <p:cNvSpPr>
            <a:spLocks noGrp="1"/>
          </p:cNvSpPr>
          <p:nvPr>
            <p:ph type="body" sz="quarter" idx="27" hasCustomPrompt="1"/>
          </p:nvPr>
        </p:nvSpPr>
        <p:spPr bwMode="gray">
          <a:xfrm>
            <a:off x="8084252" y="2204684"/>
            <a:ext cx="2400000" cy="600596"/>
          </a:xfrm>
        </p:spPr>
        <p:txBody>
          <a:bodyPr anchor="ctr" anchorCtr="0">
            <a:normAutofit/>
          </a:bodyPr>
          <a:lstStyle>
            <a:lvl1pPr marL="0" indent="0">
              <a:buNone/>
              <a:defRPr sz="1500"/>
            </a:lvl1pPr>
            <a:lvl2pPr marL="0" indent="0">
              <a:buNone/>
              <a:defRPr sz="1200"/>
            </a:lvl2pPr>
            <a:lvl3pPr marL="0" indent="0">
              <a:buNone/>
              <a:defRPr sz="1200"/>
            </a:lvl3pPr>
            <a:lvl4pPr marL="0" indent="0">
              <a:buNone/>
              <a:defRPr sz="1200"/>
            </a:lvl4pPr>
            <a:lvl5pPr marL="0" indent="0">
              <a:buNone/>
              <a:defRPr sz="1200"/>
            </a:lvl5pPr>
          </a:lstStyle>
          <a:p>
            <a:pPr lvl="0"/>
            <a:r>
              <a:rPr lang="en-GB" noProof="0"/>
              <a:t>Text</a:t>
            </a:r>
          </a:p>
        </p:txBody>
      </p:sp>
      <p:sp>
        <p:nvSpPr>
          <p:cNvPr id="23" name="Espace réservé du texte 17"/>
          <p:cNvSpPr>
            <a:spLocks noGrp="1"/>
          </p:cNvSpPr>
          <p:nvPr>
            <p:ph type="body" sz="quarter" idx="28" hasCustomPrompt="1"/>
          </p:nvPr>
        </p:nvSpPr>
        <p:spPr bwMode="gray">
          <a:xfrm>
            <a:off x="8728308" y="3462728"/>
            <a:ext cx="2400000" cy="600596"/>
          </a:xfrm>
        </p:spPr>
        <p:txBody>
          <a:bodyPr anchor="ctr" anchorCtr="0">
            <a:normAutofit/>
          </a:bodyPr>
          <a:lstStyle>
            <a:lvl1pPr marL="0" indent="0">
              <a:buNone/>
              <a:defRPr sz="1500"/>
            </a:lvl1pPr>
            <a:lvl2pPr marL="0" indent="0">
              <a:buNone/>
              <a:defRPr sz="1200"/>
            </a:lvl2pPr>
            <a:lvl3pPr marL="0" indent="0">
              <a:buNone/>
              <a:defRPr sz="1200"/>
            </a:lvl3pPr>
            <a:lvl4pPr marL="0" indent="0">
              <a:buNone/>
              <a:defRPr sz="1200"/>
            </a:lvl4pPr>
            <a:lvl5pPr marL="0" indent="0">
              <a:buNone/>
              <a:defRPr sz="1200"/>
            </a:lvl5pPr>
          </a:lstStyle>
          <a:p>
            <a:pPr lvl="0"/>
            <a:r>
              <a:rPr lang="en-GB" noProof="0"/>
              <a:t>Text</a:t>
            </a:r>
          </a:p>
        </p:txBody>
      </p:sp>
      <p:sp>
        <p:nvSpPr>
          <p:cNvPr id="24" name="Espace réservé du texte 17"/>
          <p:cNvSpPr>
            <a:spLocks noGrp="1"/>
          </p:cNvSpPr>
          <p:nvPr>
            <p:ph type="body" sz="quarter" idx="29" hasCustomPrompt="1"/>
          </p:nvPr>
        </p:nvSpPr>
        <p:spPr bwMode="gray">
          <a:xfrm>
            <a:off x="8076220" y="4732393"/>
            <a:ext cx="2400000" cy="600596"/>
          </a:xfrm>
        </p:spPr>
        <p:txBody>
          <a:bodyPr anchor="ctr" anchorCtr="0">
            <a:normAutofit/>
          </a:bodyPr>
          <a:lstStyle>
            <a:lvl1pPr marL="0" indent="0">
              <a:buNone/>
              <a:defRPr sz="1500"/>
            </a:lvl1pPr>
            <a:lvl2pPr marL="0" indent="0">
              <a:buNone/>
              <a:defRPr sz="1200"/>
            </a:lvl2pPr>
            <a:lvl3pPr marL="0" indent="0">
              <a:buNone/>
              <a:defRPr sz="1200"/>
            </a:lvl3pPr>
            <a:lvl4pPr marL="0" indent="0">
              <a:buNone/>
              <a:defRPr sz="1200"/>
            </a:lvl4pPr>
            <a:lvl5pPr marL="0" indent="0">
              <a:buNone/>
              <a:defRPr sz="1200"/>
            </a:lvl5pPr>
          </a:lstStyle>
          <a:p>
            <a:pPr lvl="0"/>
            <a:r>
              <a:rPr lang="en-GB" noProof="0"/>
              <a:t>Text</a:t>
            </a:r>
          </a:p>
        </p:txBody>
      </p:sp>
      <p:sp>
        <p:nvSpPr>
          <p:cNvPr id="25" name="Espace réservé du texte 17"/>
          <p:cNvSpPr>
            <a:spLocks noGrp="1"/>
          </p:cNvSpPr>
          <p:nvPr>
            <p:ph type="body" sz="quarter" idx="30" hasCustomPrompt="1"/>
          </p:nvPr>
        </p:nvSpPr>
        <p:spPr bwMode="gray">
          <a:xfrm>
            <a:off x="2723892" y="5667496"/>
            <a:ext cx="2400000" cy="600596"/>
          </a:xfrm>
        </p:spPr>
        <p:txBody>
          <a:bodyPr anchor="t" anchorCtr="0">
            <a:normAutofit/>
          </a:bodyPr>
          <a:lstStyle>
            <a:lvl1pPr marL="0" indent="0" algn="r">
              <a:buNone/>
              <a:defRPr sz="1500"/>
            </a:lvl1pPr>
            <a:lvl2pPr marL="0" indent="0">
              <a:buNone/>
              <a:defRPr sz="1200"/>
            </a:lvl2pPr>
            <a:lvl3pPr marL="0" indent="0">
              <a:buNone/>
              <a:defRPr sz="1200"/>
            </a:lvl3pPr>
            <a:lvl4pPr marL="0" indent="0">
              <a:buNone/>
              <a:defRPr sz="1200"/>
            </a:lvl4pPr>
            <a:lvl5pPr marL="0" indent="0">
              <a:buNone/>
              <a:defRPr sz="1200"/>
            </a:lvl5pPr>
          </a:lstStyle>
          <a:p>
            <a:pPr lvl="0"/>
            <a:r>
              <a:rPr lang="en-GB" noProof="0"/>
              <a:t>Text</a:t>
            </a:r>
          </a:p>
        </p:txBody>
      </p:sp>
      <p:sp>
        <p:nvSpPr>
          <p:cNvPr id="26" name="Espace réservé du texte 17"/>
          <p:cNvSpPr>
            <a:spLocks noGrp="1"/>
          </p:cNvSpPr>
          <p:nvPr>
            <p:ph type="body" sz="quarter" idx="31" hasCustomPrompt="1"/>
          </p:nvPr>
        </p:nvSpPr>
        <p:spPr bwMode="gray">
          <a:xfrm>
            <a:off x="1323060" y="2204684"/>
            <a:ext cx="2400000" cy="600596"/>
          </a:xfrm>
        </p:spPr>
        <p:txBody>
          <a:bodyPr anchor="ctr" anchorCtr="0">
            <a:normAutofit/>
          </a:bodyPr>
          <a:lstStyle>
            <a:lvl1pPr marL="0" indent="0" algn="r">
              <a:buNone/>
              <a:defRPr sz="1500"/>
            </a:lvl1pPr>
            <a:lvl2pPr marL="0" indent="0">
              <a:buNone/>
              <a:defRPr sz="1200"/>
            </a:lvl2pPr>
            <a:lvl3pPr marL="0" indent="0">
              <a:buNone/>
              <a:defRPr sz="1200"/>
            </a:lvl3pPr>
            <a:lvl4pPr marL="0" indent="0">
              <a:buNone/>
              <a:defRPr sz="1200"/>
            </a:lvl4pPr>
            <a:lvl5pPr marL="0" indent="0">
              <a:buNone/>
              <a:defRPr sz="1200"/>
            </a:lvl5pPr>
          </a:lstStyle>
          <a:p>
            <a:pPr lvl="0"/>
            <a:r>
              <a:rPr lang="en-GB" noProof="0"/>
              <a:t>Text</a:t>
            </a:r>
          </a:p>
        </p:txBody>
      </p:sp>
      <p:sp>
        <p:nvSpPr>
          <p:cNvPr id="27" name="Espace réservé du texte 17"/>
          <p:cNvSpPr>
            <a:spLocks noGrp="1"/>
          </p:cNvSpPr>
          <p:nvPr>
            <p:ph type="body" sz="quarter" idx="32" hasCustomPrompt="1"/>
          </p:nvPr>
        </p:nvSpPr>
        <p:spPr bwMode="gray">
          <a:xfrm>
            <a:off x="699258" y="3462908"/>
            <a:ext cx="2400000" cy="600596"/>
          </a:xfrm>
        </p:spPr>
        <p:txBody>
          <a:bodyPr anchor="ctr" anchorCtr="0">
            <a:normAutofit/>
          </a:bodyPr>
          <a:lstStyle>
            <a:lvl1pPr marL="0" indent="0" algn="r">
              <a:buNone/>
              <a:defRPr sz="1200"/>
            </a:lvl1pPr>
            <a:lvl2pPr marL="0" indent="0">
              <a:buNone/>
              <a:defRPr sz="1200"/>
            </a:lvl2pPr>
            <a:lvl3pPr marL="0" indent="0">
              <a:buNone/>
              <a:defRPr sz="1200"/>
            </a:lvl3pPr>
            <a:lvl4pPr marL="0" indent="0">
              <a:buNone/>
              <a:defRPr sz="1200"/>
            </a:lvl4pPr>
            <a:lvl5pPr marL="0" indent="0">
              <a:buNone/>
              <a:defRPr sz="1200"/>
            </a:lvl5pPr>
          </a:lstStyle>
          <a:p>
            <a:pPr lvl="0"/>
            <a:r>
              <a:rPr lang="en-GB" noProof="0"/>
              <a:t>Text</a:t>
            </a:r>
          </a:p>
        </p:txBody>
      </p:sp>
      <p:sp>
        <p:nvSpPr>
          <p:cNvPr id="28" name="Espace réservé du texte 17"/>
          <p:cNvSpPr>
            <a:spLocks noGrp="1"/>
          </p:cNvSpPr>
          <p:nvPr>
            <p:ph type="body" sz="quarter" idx="33" hasCustomPrompt="1"/>
          </p:nvPr>
        </p:nvSpPr>
        <p:spPr bwMode="gray">
          <a:xfrm>
            <a:off x="1323060" y="4732573"/>
            <a:ext cx="2400000" cy="600596"/>
          </a:xfrm>
        </p:spPr>
        <p:txBody>
          <a:bodyPr anchor="ctr" anchorCtr="0">
            <a:normAutofit/>
          </a:bodyPr>
          <a:lstStyle>
            <a:lvl1pPr marL="0" indent="0" algn="r">
              <a:buNone/>
              <a:defRPr sz="1200"/>
            </a:lvl1pPr>
            <a:lvl2pPr marL="0" indent="0">
              <a:buNone/>
              <a:defRPr sz="1200"/>
            </a:lvl2pPr>
            <a:lvl3pPr marL="0" indent="0">
              <a:buNone/>
              <a:defRPr sz="1200"/>
            </a:lvl3pPr>
            <a:lvl4pPr marL="0" indent="0">
              <a:buNone/>
              <a:defRPr sz="1200"/>
            </a:lvl4pPr>
            <a:lvl5pPr marL="0" indent="0">
              <a:buNone/>
              <a:defRPr sz="1200"/>
            </a:lvl5pPr>
          </a:lstStyle>
          <a:p>
            <a:pPr lvl="0"/>
            <a:r>
              <a:rPr lang="en-GB" noProof="0"/>
              <a:t>Text</a:t>
            </a:r>
          </a:p>
        </p:txBody>
      </p:sp>
    </p:spTree>
    <p:extLst>
      <p:ext uri="{BB962C8B-B14F-4D97-AF65-F5344CB8AC3E}">
        <p14:creationId xmlns:p14="http://schemas.microsoft.com/office/powerpoint/2010/main" val="99512598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Key_numbers">
    <p:spTree>
      <p:nvGrpSpPr>
        <p:cNvPr id="1" name=""/>
        <p:cNvGrpSpPr/>
        <p:nvPr/>
      </p:nvGrpSpPr>
      <p:grpSpPr>
        <a:xfrm>
          <a:off x="0" y="0"/>
          <a:ext cx="0" cy="0"/>
          <a:chOff x="0" y="0"/>
          <a:chExt cx="0" cy="0"/>
        </a:xfrm>
      </p:grpSpPr>
      <p:sp>
        <p:nvSpPr>
          <p:cNvPr id="22" name="Espace réservé pour une image  15">
            <a:extLst>
              <a:ext uri="{FF2B5EF4-FFF2-40B4-BE49-F238E27FC236}">
                <a16:creationId xmlns:a16="http://schemas.microsoft.com/office/drawing/2014/main" id="{A3FF6568-34B8-4C7C-95F9-D26DA72F510E}"/>
              </a:ext>
            </a:extLst>
          </p:cNvPr>
          <p:cNvSpPr>
            <a:spLocks noGrp="1"/>
          </p:cNvSpPr>
          <p:nvPr>
            <p:ph type="pic" sz="quarter" idx="43" hasCustomPrompt="1"/>
          </p:nvPr>
        </p:nvSpPr>
        <p:spPr bwMode="gray">
          <a:xfrm>
            <a:off x="8127600" y="3096000"/>
            <a:ext cx="4064400" cy="3096000"/>
          </a:xfrm>
          <a:prstGeom prst="rect">
            <a:avLst/>
          </a:prstGeom>
          <a:solidFill>
            <a:srgbClr val="BBC1C7"/>
          </a:solidFill>
        </p:spPr>
        <p:txBody>
          <a:bodyPr wrap="square" tIns="72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bg1"/>
                </a:solidFill>
              </a:defRPr>
            </a:lvl1pPr>
          </a:lstStyle>
          <a:p>
            <a:r>
              <a:rPr lang="en-GB" noProof="0"/>
              <a:t>Click on the icon </a:t>
            </a:r>
            <a:br>
              <a:rPr lang="en-GB" noProof="0"/>
            </a:br>
            <a:r>
              <a:rPr lang="en-GB" noProof="0"/>
              <a:t>to insert a picture </a:t>
            </a:r>
          </a:p>
        </p:txBody>
      </p:sp>
      <p:sp>
        <p:nvSpPr>
          <p:cNvPr id="23" name="Espace réservé pour une image  15">
            <a:extLst>
              <a:ext uri="{FF2B5EF4-FFF2-40B4-BE49-F238E27FC236}">
                <a16:creationId xmlns:a16="http://schemas.microsoft.com/office/drawing/2014/main" id="{A3FF6568-34B8-4C7C-95F9-D26DA72F510E}"/>
              </a:ext>
            </a:extLst>
          </p:cNvPr>
          <p:cNvSpPr>
            <a:spLocks noGrp="1"/>
          </p:cNvSpPr>
          <p:nvPr>
            <p:ph type="pic" sz="quarter" idx="14" hasCustomPrompt="1"/>
          </p:nvPr>
        </p:nvSpPr>
        <p:spPr bwMode="gray">
          <a:xfrm>
            <a:off x="4063800" y="0"/>
            <a:ext cx="4064400" cy="3096000"/>
          </a:xfrm>
          <a:prstGeom prst="rect">
            <a:avLst/>
          </a:prstGeom>
          <a:solidFill>
            <a:schemeClr val="accent3"/>
          </a:solidFill>
        </p:spPr>
        <p:txBody>
          <a:bodyPr wrap="square" tIns="72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bg1"/>
                </a:solidFill>
              </a:defRPr>
            </a:lvl1pPr>
          </a:lstStyle>
          <a:p>
            <a:r>
              <a:rPr lang="en-GB" noProof="0"/>
              <a:t>Click on the icon </a:t>
            </a:r>
            <a:br>
              <a:rPr lang="en-GB" noProof="0"/>
            </a:br>
            <a:r>
              <a:rPr lang="en-GB" noProof="0"/>
              <a:t>to insert a picture </a:t>
            </a:r>
          </a:p>
        </p:txBody>
      </p:sp>
      <p:sp>
        <p:nvSpPr>
          <p:cNvPr id="25" name="Espace réservé pour une image  15">
            <a:extLst>
              <a:ext uri="{FF2B5EF4-FFF2-40B4-BE49-F238E27FC236}">
                <a16:creationId xmlns:a16="http://schemas.microsoft.com/office/drawing/2014/main" id="{A3FF6568-34B8-4C7C-95F9-D26DA72F510E}"/>
              </a:ext>
            </a:extLst>
          </p:cNvPr>
          <p:cNvSpPr>
            <a:spLocks noGrp="1"/>
          </p:cNvSpPr>
          <p:nvPr>
            <p:ph type="pic" sz="quarter" idx="40" hasCustomPrompt="1"/>
          </p:nvPr>
        </p:nvSpPr>
        <p:spPr bwMode="gray">
          <a:xfrm>
            <a:off x="0" y="3096000"/>
            <a:ext cx="4064400" cy="3096000"/>
          </a:xfrm>
          <a:prstGeom prst="rect">
            <a:avLst/>
          </a:prstGeom>
          <a:solidFill>
            <a:schemeClr val="accent1"/>
          </a:solidFill>
        </p:spPr>
        <p:txBody>
          <a:bodyPr wrap="square" tIns="720000" anchor="ctr" anchorCtr="0">
            <a:noAutofit/>
          </a:bodyP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000" b="1">
                <a:solidFill>
                  <a:schemeClr val="bg1"/>
                </a:solidFill>
              </a:defRPr>
            </a:lvl1pPr>
          </a:lstStyle>
          <a:p>
            <a:r>
              <a:rPr lang="en-GB" noProof="0"/>
              <a:t>Click on the icon </a:t>
            </a:r>
            <a:br>
              <a:rPr lang="en-GB" noProof="0"/>
            </a:br>
            <a:r>
              <a:rPr lang="en-GB" noProof="0"/>
              <a:t>to insert a picture </a:t>
            </a:r>
          </a:p>
        </p:txBody>
      </p:sp>
      <p:sp>
        <p:nvSpPr>
          <p:cNvPr id="19" name="Rectangle 18"/>
          <p:cNvSpPr/>
          <p:nvPr userDrawn="1"/>
        </p:nvSpPr>
        <p:spPr bwMode="gray">
          <a:xfrm>
            <a:off x="4063800" y="3096000"/>
            <a:ext cx="4064400" cy="309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2" name="Rectangle 1"/>
          <p:cNvSpPr/>
          <p:nvPr userDrawn="1"/>
        </p:nvSpPr>
        <p:spPr bwMode="gray">
          <a:xfrm>
            <a:off x="0" y="0"/>
            <a:ext cx="4064400" cy="309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3" name="Espace réservé de la date 2"/>
          <p:cNvSpPr>
            <a:spLocks noGrp="1"/>
          </p:cNvSpPr>
          <p:nvPr>
            <p:ph type="dt" sz="half" idx="10"/>
          </p:nvPr>
        </p:nvSpPr>
        <p:spPr bwMode="gray"/>
        <p:txBody>
          <a:bodyPr/>
          <a:lstStyle/>
          <a:p>
            <a:pPr algn="l"/>
            <a:r>
              <a:rPr lang="en-GB" noProof="0"/>
              <a:t>Date</a:t>
            </a:r>
          </a:p>
        </p:txBody>
      </p:sp>
      <p:sp>
        <p:nvSpPr>
          <p:cNvPr id="4" name="Espace réservé du pied de page 3"/>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7" name="Espace réservé du texte 6"/>
          <p:cNvSpPr>
            <a:spLocks noGrp="1"/>
          </p:cNvSpPr>
          <p:nvPr>
            <p:ph type="body" sz="quarter" idx="27" hasCustomPrompt="1"/>
          </p:nvPr>
        </p:nvSpPr>
        <p:spPr bwMode="gray">
          <a:xfrm>
            <a:off x="0" y="0"/>
            <a:ext cx="4064400" cy="1882800"/>
          </a:xfrm>
        </p:spPr>
        <p:txBody>
          <a:bodyPr anchor="b" anchorCtr="0">
            <a:normAutofit/>
          </a:bodyPr>
          <a:lstStyle>
            <a:lvl1pPr marL="0" indent="0" algn="ctr">
              <a:lnSpc>
                <a:spcPct val="85000"/>
              </a:lnSpc>
              <a:spcBef>
                <a:spcPts val="0"/>
              </a:spcBef>
              <a:buNone/>
              <a:defRPr sz="9650">
                <a:solidFill>
                  <a:schemeClr val="bg1"/>
                </a:solidFill>
              </a:defRPr>
            </a:lvl1pPr>
          </a:lstStyle>
          <a:p>
            <a:pPr lvl="0"/>
            <a:r>
              <a:rPr lang="en-GB" noProof="0"/>
              <a:t>000</a:t>
            </a:r>
          </a:p>
        </p:txBody>
      </p:sp>
      <p:sp>
        <p:nvSpPr>
          <p:cNvPr id="27" name="Espace réservé du texte 6"/>
          <p:cNvSpPr>
            <a:spLocks noGrp="1"/>
          </p:cNvSpPr>
          <p:nvPr>
            <p:ph type="body" sz="quarter" idx="28" hasCustomPrompt="1"/>
          </p:nvPr>
        </p:nvSpPr>
        <p:spPr bwMode="gray">
          <a:xfrm>
            <a:off x="0" y="1864800"/>
            <a:ext cx="4064400" cy="1231200"/>
          </a:xfrm>
        </p:spPr>
        <p:txBody>
          <a:bodyPr anchor="t" anchorCtr="0">
            <a:normAutofit/>
          </a:bodyPr>
          <a:lstStyle>
            <a:lvl1pPr marL="0" indent="0" algn="ctr">
              <a:lnSpc>
                <a:spcPct val="85000"/>
              </a:lnSpc>
              <a:spcBef>
                <a:spcPts val="0"/>
              </a:spcBef>
              <a:buNone/>
              <a:defRPr sz="2900">
                <a:solidFill>
                  <a:schemeClr val="bg1"/>
                </a:solidFill>
              </a:defRPr>
            </a:lvl1pPr>
          </a:lstStyle>
          <a:p>
            <a:pPr lvl="0"/>
            <a:r>
              <a:rPr lang="en-GB" noProof="0"/>
              <a:t>Text</a:t>
            </a:r>
          </a:p>
        </p:txBody>
      </p:sp>
      <p:sp>
        <p:nvSpPr>
          <p:cNvPr id="34" name="Espace réservé du texte 6"/>
          <p:cNvSpPr>
            <a:spLocks noGrp="1"/>
          </p:cNvSpPr>
          <p:nvPr>
            <p:ph type="body" sz="quarter" idx="35" hasCustomPrompt="1"/>
          </p:nvPr>
        </p:nvSpPr>
        <p:spPr bwMode="gray">
          <a:xfrm>
            <a:off x="4063800" y="4309200"/>
            <a:ext cx="4064400" cy="1882800"/>
          </a:xfrm>
        </p:spPr>
        <p:txBody>
          <a:bodyPr anchor="b" anchorCtr="0">
            <a:normAutofit/>
          </a:bodyPr>
          <a:lstStyle>
            <a:lvl1pPr marL="0" indent="0" algn="ctr">
              <a:lnSpc>
                <a:spcPct val="85000"/>
              </a:lnSpc>
              <a:spcBef>
                <a:spcPts val="0"/>
              </a:spcBef>
              <a:buNone/>
              <a:defRPr sz="9650">
                <a:solidFill>
                  <a:schemeClr val="bg1"/>
                </a:solidFill>
              </a:defRPr>
            </a:lvl1pPr>
          </a:lstStyle>
          <a:p>
            <a:pPr lvl="0"/>
            <a:r>
              <a:rPr lang="en-GB" noProof="0"/>
              <a:t>000</a:t>
            </a:r>
          </a:p>
        </p:txBody>
      </p:sp>
      <p:sp>
        <p:nvSpPr>
          <p:cNvPr id="35" name="Espace réservé du texte 6"/>
          <p:cNvSpPr>
            <a:spLocks noGrp="1"/>
          </p:cNvSpPr>
          <p:nvPr>
            <p:ph type="body" sz="quarter" idx="36" hasCustomPrompt="1"/>
          </p:nvPr>
        </p:nvSpPr>
        <p:spPr bwMode="gray">
          <a:xfrm>
            <a:off x="4063800" y="4960800"/>
            <a:ext cx="4064400" cy="1231200"/>
          </a:xfrm>
        </p:spPr>
        <p:txBody>
          <a:bodyPr anchor="t" anchorCtr="0">
            <a:normAutofit/>
          </a:bodyPr>
          <a:lstStyle>
            <a:lvl1pPr marL="0" indent="0" algn="ctr">
              <a:lnSpc>
                <a:spcPct val="85000"/>
              </a:lnSpc>
              <a:spcBef>
                <a:spcPts val="0"/>
              </a:spcBef>
              <a:buNone/>
              <a:defRPr sz="2900">
                <a:solidFill>
                  <a:schemeClr val="bg1"/>
                </a:solidFill>
              </a:defRPr>
            </a:lvl1pPr>
          </a:lstStyle>
          <a:p>
            <a:pPr lvl="0"/>
            <a:r>
              <a:rPr lang="en-GB" noProof="0"/>
              <a:t>Text</a:t>
            </a:r>
          </a:p>
        </p:txBody>
      </p:sp>
      <p:sp>
        <p:nvSpPr>
          <p:cNvPr id="17" name="Rectangle 16"/>
          <p:cNvSpPr/>
          <p:nvPr userDrawn="1"/>
        </p:nvSpPr>
        <p:spPr bwMode="gray">
          <a:xfrm>
            <a:off x="8127600" y="0"/>
            <a:ext cx="4064400" cy="309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20" name="Espace réservé du texte 6"/>
          <p:cNvSpPr>
            <a:spLocks noGrp="1"/>
          </p:cNvSpPr>
          <p:nvPr>
            <p:ph type="body" sz="quarter" idx="41" hasCustomPrompt="1"/>
          </p:nvPr>
        </p:nvSpPr>
        <p:spPr bwMode="gray">
          <a:xfrm>
            <a:off x="8127600" y="0"/>
            <a:ext cx="4064400" cy="1882800"/>
          </a:xfrm>
        </p:spPr>
        <p:txBody>
          <a:bodyPr anchor="b" anchorCtr="0">
            <a:normAutofit/>
          </a:bodyPr>
          <a:lstStyle>
            <a:lvl1pPr marL="0" indent="0" algn="ctr">
              <a:lnSpc>
                <a:spcPct val="85000"/>
              </a:lnSpc>
              <a:spcBef>
                <a:spcPts val="0"/>
              </a:spcBef>
              <a:buNone/>
              <a:defRPr sz="9650">
                <a:solidFill>
                  <a:schemeClr val="bg1"/>
                </a:solidFill>
              </a:defRPr>
            </a:lvl1pPr>
          </a:lstStyle>
          <a:p>
            <a:pPr lvl="0"/>
            <a:r>
              <a:rPr lang="en-GB" noProof="0"/>
              <a:t>000</a:t>
            </a:r>
          </a:p>
        </p:txBody>
      </p:sp>
      <p:sp>
        <p:nvSpPr>
          <p:cNvPr id="21" name="Espace réservé du texte 6"/>
          <p:cNvSpPr>
            <a:spLocks noGrp="1"/>
          </p:cNvSpPr>
          <p:nvPr>
            <p:ph type="body" sz="quarter" idx="42" hasCustomPrompt="1"/>
          </p:nvPr>
        </p:nvSpPr>
        <p:spPr bwMode="gray">
          <a:xfrm>
            <a:off x="8127600" y="1867256"/>
            <a:ext cx="4064400" cy="1231200"/>
          </a:xfrm>
        </p:spPr>
        <p:txBody>
          <a:bodyPr anchor="t" anchorCtr="0">
            <a:normAutofit/>
          </a:bodyPr>
          <a:lstStyle>
            <a:lvl1pPr marL="0" indent="0" algn="ctr">
              <a:lnSpc>
                <a:spcPct val="85000"/>
              </a:lnSpc>
              <a:spcBef>
                <a:spcPts val="0"/>
              </a:spcBef>
              <a:buNone/>
              <a:defRPr sz="2900">
                <a:solidFill>
                  <a:schemeClr val="bg1"/>
                </a:solidFill>
              </a:defRPr>
            </a:lvl1pPr>
          </a:lstStyle>
          <a:p>
            <a:pPr lvl="0"/>
            <a:r>
              <a:rPr lang="en-GB" noProof="0"/>
              <a:t>Text</a:t>
            </a:r>
          </a:p>
        </p:txBody>
      </p:sp>
    </p:spTree>
    <p:extLst>
      <p:ext uri="{BB962C8B-B14F-4D97-AF65-F5344CB8AC3E}">
        <p14:creationId xmlns:p14="http://schemas.microsoft.com/office/powerpoint/2010/main" val="365001158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bwMode="gray">
          <a:xfrm>
            <a:off x="0" y="6678000"/>
            <a:ext cx="240000" cy="180000"/>
          </a:xfrm>
          <a:ln>
            <a:solidFill>
              <a:schemeClr val="accent1">
                <a:shade val="50000"/>
                <a:alpha val="0"/>
              </a:schemeClr>
            </a:solidFill>
          </a:ln>
        </p:spPr>
        <p:txBody>
          <a:bodyPr/>
          <a:lstStyle/>
          <a:p>
            <a:pPr algn="l"/>
            <a:r>
              <a:rPr lang="en-GB" noProof="0"/>
              <a:t>Date</a:t>
            </a:r>
          </a:p>
        </p:txBody>
      </p:sp>
      <p:sp>
        <p:nvSpPr>
          <p:cNvPr id="8" name="Espace réservé du pied de page 7"/>
          <p:cNvSpPr>
            <a:spLocks noGrp="1"/>
          </p:cNvSpPr>
          <p:nvPr>
            <p:ph type="ftr" sz="quarter" idx="11"/>
          </p:nvPr>
        </p:nvSpPr>
        <p:spPr bwMode="gray">
          <a:xfrm>
            <a:off x="0" y="6678000"/>
            <a:ext cx="240000" cy="180000"/>
          </a:xfrm>
          <a:ln>
            <a:solidFill>
              <a:schemeClr val="accent1">
                <a:shade val="50000"/>
                <a:alpha val="0"/>
              </a:schemeClr>
            </a:solidFill>
          </a:ln>
        </p:spPr>
        <p:txBody>
          <a:bodyPr/>
          <a:lstStyle>
            <a:lvl1pPr>
              <a:defRPr>
                <a:ln>
                  <a:solidFill>
                    <a:schemeClr val="accent1">
                      <a:shade val="50000"/>
                      <a:alpha val="0"/>
                    </a:schemeClr>
                  </a:solidFill>
                </a:ln>
                <a:solidFill>
                  <a:schemeClr val="tx1">
                    <a:alpha val="0"/>
                  </a:schemeClr>
                </a:solidFill>
              </a:defRPr>
            </a:lvl1p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a:xfrm>
            <a:off x="0" y="6678000"/>
            <a:ext cx="240000" cy="180000"/>
          </a:xfrm>
          <a:ln>
            <a:solidFill>
              <a:schemeClr val="accent1">
                <a:shade val="50000"/>
                <a:alpha val="0"/>
              </a:schemeClr>
            </a:solidFill>
          </a:ln>
        </p:spPr>
        <p:txBody>
          <a:bodyPr/>
          <a:lstStyle>
            <a:lvl1pPr>
              <a:defRPr>
                <a:ln>
                  <a:solidFill>
                    <a:schemeClr val="accent1">
                      <a:shade val="50000"/>
                      <a:alpha val="0"/>
                    </a:schemeClr>
                  </a:solidFill>
                </a:ln>
                <a:solidFill>
                  <a:schemeClr val="tx1">
                    <a:alpha val="0"/>
                  </a:schemeClr>
                </a:solidFill>
              </a:defRPr>
            </a:lvl1pPr>
          </a:lstStyle>
          <a:p>
            <a:fld id="{733122C9-A0B9-462F-8757-0847AD287B63}" type="slidenum">
              <a:rPr lang="en-GB" noProof="0" smtClean="0"/>
              <a:pPr/>
              <a:t>‹#›</a:t>
            </a:fld>
            <a:endParaRPr lang="en-GB" noProof="0"/>
          </a:p>
        </p:txBody>
      </p:sp>
      <p:pic>
        <p:nvPicPr>
          <p:cNvPr id="7" name="Image 6">
            <a:hlinkClick r:id="rId2"/>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gray">
          <a:xfrm>
            <a:off x="7274100" y="2780924"/>
            <a:ext cx="312000" cy="234000"/>
          </a:xfrm>
          <a:prstGeom prst="rect">
            <a:avLst/>
          </a:prstGeom>
        </p:spPr>
      </p:pic>
      <p:pic>
        <p:nvPicPr>
          <p:cNvPr id="15" name="Image 14">
            <a:hlinkClick r:id="rId4"/>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8688288" y="2780924"/>
            <a:ext cx="312000" cy="234000"/>
          </a:xfrm>
          <a:prstGeom prst="rect">
            <a:avLst/>
          </a:prstGeom>
        </p:spPr>
      </p:pic>
      <p:pic>
        <p:nvPicPr>
          <p:cNvPr id="16" name="Image 15">
            <a:hlinkClick r:id="rId6"/>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bwMode="gray">
          <a:xfrm>
            <a:off x="8216892" y="2780924"/>
            <a:ext cx="312000" cy="234000"/>
          </a:xfrm>
          <a:prstGeom prst="rect">
            <a:avLst/>
          </a:prstGeom>
        </p:spPr>
      </p:pic>
      <p:pic>
        <p:nvPicPr>
          <p:cNvPr id="18" name="Image 17">
            <a:hlinkClick r:id="rId8"/>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bwMode="gray">
          <a:xfrm>
            <a:off x="7745496" y="2780924"/>
            <a:ext cx="312000" cy="234000"/>
          </a:xfrm>
          <a:prstGeom prst="rect">
            <a:avLst/>
          </a:prstGeom>
        </p:spPr>
      </p:pic>
      <p:sp>
        <p:nvSpPr>
          <p:cNvPr id="3" name="ZoneTexte 2">
            <a:hlinkClick r:id="rId10"/>
          </p:cNvPr>
          <p:cNvSpPr txBox="1"/>
          <p:nvPr userDrawn="1"/>
        </p:nvSpPr>
        <p:spPr>
          <a:xfrm>
            <a:off x="7092968" y="2359890"/>
            <a:ext cx="2108526" cy="400110"/>
          </a:xfrm>
          <a:prstGeom prst="rect">
            <a:avLst/>
          </a:prstGeom>
          <a:solidFill>
            <a:schemeClr val="bg1">
              <a:alpha val="0"/>
            </a:schemeClr>
          </a:solidFill>
        </p:spPr>
        <p:txBody>
          <a:bodyPr wrap="none" rtlCol="0">
            <a:spAutoFit/>
          </a:bodyPr>
          <a:lstStyle/>
          <a:p>
            <a:pPr algn="ctr"/>
            <a:r>
              <a:rPr lang="en-GB" sz="2000">
                <a:solidFill>
                  <a:schemeClr val="bg1"/>
                </a:solidFill>
              </a:rPr>
              <a:t>www.alstom.com</a:t>
            </a:r>
          </a:p>
        </p:txBody>
      </p:sp>
      <p:pic>
        <p:nvPicPr>
          <p:cNvPr id="20" name="Image 19"/>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bwMode="gray">
          <a:xfrm>
            <a:off x="5123206" y="5428270"/>
            <a:ext cx="1944000" cy="690490"/>
          </a:xfrm>
          <a:prstGeom prst="rect">
            <a:avLst/>
          </a:prstGeom>
        </p:spPr>
      </p:pic>
      <p:grpSp>
        <p:nvGrpSpPr>
          <p:cNvPr id="4" name="Groupe 3"/>
          <p:cNvGrpSpPr/>
          <p:nvPr userDrawn="1"/>
        </p:nvGrpSpPr>
        <p:grpSpPr>
          <a:xfrm>
            <a:off x="2542560" y="1124744"/>
            <a:ext cx="7105292" cy="4032000"/>
            <a:chOff x="2542560" y="981176"/>
            <a:chExt cx="7105292" cy="4032000"/>
          </a:xfrm>
        </p:grpSpPr>
        <p:sp>
          <p:nvSpPr>
            <p:cNvPr id="17" name="Ellipse 16">
              <a:extLst>
                <a:ext uri="{FF2B5EF4-FFF2-40B4-BE49-F238E27FC236}">
                  <a16:creationId xmlns:a16="http://schemas.microsoft.com/office/drawing/2014/main" id="{1B78F9F7-2561-40A6-B3B6-97BC76FBCF81}"/>
                </a:ext>
              </a:extLst>
            </p:cNvPr>
            <p:cNvSpPr>
              <a:spLocks noChangeAspect="1"/>
            </p:cNvSpPr>
            <p:nvPr userDrawn="1"/>
          </p:nvSpPr>
          <p:spPr bwMode="gray">
            <a:xfrm>
              <a:off x="2542560" y="981176"/>
              <a:ext cx="4032000" cy="4032000"/>
            </a:xfrm>
            <a:prstGeom prst="ellipse">
              <a:avLst/>
            </a:prstGeom>
            <a:solidFill>
              <a:schemeClr val="accent3"/>
            </a:solidFill>
            <a:ln w="1016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9" name="Ellipse 18">
              <a:extLst>
                <a:ext uri="{FF2B5EF4-FFF2-40B4-BE49-F238E27FC236}">
                  <a16:creationId xmlns:a16="http://schemas.microsoft.com/office/drawing/2014/main" id="{1B78F9F7-2561-40A6-B3B6-97BC76FBCF81}"/>
                </a:ext>
              </a:extLst>
            </p:cNvPr>
            <p:cNvSpPr>
              <a:spLocks noChangeAspect="1"/>
            </p:cNvSpPr>
            <p:nvPr userDrawn="1"/>
          </p:nvSpPr>
          <p:spPr bwMode="gray">
            <a:xfrm>
              <a:off x="5615852" y="981176"/>
              <a:ext cx="4032000" cy="4032000"/>
            </a:xfrm>
            <a:prstGeom prst="ellipse">
              <a:avLst/>
            </a:prstGeom>
            <a:solidFill>
              <a:schemeClr val="accent1"/>
            </a:solidFill>
            <a:ln w="1016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21" name="Groupe 20"/>
            <p:cNvGrpSpPr/>
            <p:nvPr userDrawn="1"/>
          </p:nvGrpSpPr>
          <p:grpSpPr>
            <a:xfrm>
              <a:off x="6577589" y="2684374"/>
              <a:ext cx="2108526" cy="655034"/>
              <a:chOff x="6182924" y="2359890"/>
              <a:chExt cx="2108526" cy="655034"/>
            </a:xfrm>
          </p:grpSpPr>
          <p:pic>
            <p:nvPicPr>
              <p:cNvPr id="22" name="Image 21">
                <a:hlinkClick r:id="rId2"/>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gray">
              <a:xfrm>
                <a:off x="6582339" y="2780924"/>
                <a:ext cx="234000" cy="234000"/>
              </a:xfrm>
              <a:prstGeom prst="rect">
                <a:avLst/>
              </a:prstGeom>
            </p:spPr>
          </p:pic>
          <p:pic>
            <p:nvPicPr>
              <p:cNvPr id="23" name="Image 22">
                <a:hlinkClick r:id="rId4"/>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7642980" y="2780924"/>
                <a:ext cx="234000" cy="234000"/>
              </a:xfrm>
              <a:prstGeom prst="rect">
                <a:avLst/>
              </a:prstGeom>
            </p:spPr>
          </p:pic>
          <p:pic>
            <p:nvPicPr>
              <p:cNvPr id="24" name="Image 23">
                <a:hlinkClick r:id="rId6"/>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bwMode="gray">
              <a:xfrm>
                <a:off x="7289433" y="2780924"/>
                <a:ext cx="234000" cy="234000"/>
              </a:xfrm>
              <a:prstGeom prst="rect">
                <a:avLst/>
              </a:prstGeom>
            </p:spPr>
          </p:pic>
          <p:pic>
            <p:nvPicPr>
              <p:cNvPr id="25" name="Image 24">
                <a:hlinkClick r:id="rId8"/>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bwMode="gray">
              <a:xfrm>
                <a:off x="6935886" y="2780924"/>
                <a:ext cx="234000" cy="234000"/>
              </a:xfrm>
              <a:prstGeom prst="rect">
                <a:avLst/>
              </a:prstGeom>
            </p:spPr>
          </p:pic>
          <p:sp>
            <p:nvSpPr>
              <p:cNvPr id="26" name="ZoneTexte 25">
                <a:hlinkClick r:id="rId10"/>
              </p:cNvPr>
              <p:cNvSpPr txBox="1"/>
              <p:nvPr userDrawn="1"/>
            </p:nvSpPr>
            <p:spPr>
              <a:xfrm>
                <a:off x="6182924" y="2359890"/>
                <a:ext cx="2108526" cy="400110"/>
              </a:xfrm>
              <a:prstGeom prst="rect">
                <a:avLst/>
              </a:prstGeom>
              <a:solidFill>
                <a:schemeClr val="bg1">
                  <a:alpha val="0"/>
                </a:schemeClr>
              </a:solidFill>
            </p:spPr>
            <p:txBody>
              <a:bodyPr wrap="none" rtlCol="0">
                <a:spAutoFit/>
              </a:bodyPr>
              <a:lstStyle/>
              <a:p>
                <a:pPr algn="ctr"/>
                <a:r>
                  <a:rPr lang="en-GB" sz="2000" noProof="0">
                    <a:solidFill>
                      <a:schemeClr val="bg1"/>
                    </a:solidFill>
                  </a:rPr>
                  <a:t>www.alstom.com</a:t>
                </a:r>
              </a:p>
            </p:txBody>
          </p:sp>
        </p:grpSp>
      </p:grpSp>
    </p:spTree>
    <p:extLst>
      <p:ext uri="{BB962C8B-B14F-4D97-AF65-F5344CB8AC3E}">
        <p14:creationId xmlns:p14="http://schemas.microsoft.com/office/powerpoint/2010/main" val="51755198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noChangeArrowheads="1"/>
          </p:cNvSpPr>
          <p:nvPr>
            <p:ph type="ftr" sz="quarter" idx="10"/>
          </p:nvPr>
        </p:nvSpPr>
        <p:spPr>
          <a:xfrm>
            <a:off x="122297" y="6634164"/>
            <a:ext cx="1194740" cy="223837"/>
          </a:xfrm>
          <a:prstGeom prst="rect">
            <a:avLst/>
          </a:prstGeom>
        </p:spPr>
        <p:txBody>
          <a:bodyPr/>
          <a:lstStyle>
            <a:lvl1pPr>
              <a:lnSpc>
                <a:spcPct val="90000"/>
              </a:lnSpc>
              <a:spcBef>
                <a:spcPts val="1000"/>
              </a:spcBef>
              <a:spcAft>
                <a:spcPts val="600"/>
              </a:spcAft>
              <a:buClr>
                <a:srgbClr val="1B5CA5"/>
              </a:buClr>
              <a:buFont typeface="Arial" charset="0"/>
              <a:buNone/>
              <a:defRPr sz="1050" b="1">
                <a:solidFill>
                  <a:schemeClr val="tx1"/>
                </a:solidFill>
                <a:latin typeface="Alstom" pitchFamily="50" charset="0"/>
              </a:defRPr>
            </a:lvl1pPr>
          </a:lstStyle>
          <a:p>
            <a:pPr>
              <a:defRPr/>
            </a:pPr>
            <a:r>
              <a:rPr lang="en-GB"/>
              <a:t>Page </a:t>
            </a:r>
            <a:fld id="{8957D25F-7AC9-454E-8693-A64579A13C22}" type="slidenum">
              <a:rPr lang="en-GB"/>
              <a:pPr>
                <a:defRPr/>
              </a:pPr>
              <a:t>‹#›</a:t>
            </a:fld>
            <a:endParaRPr lang="en-GB"/>
          </a:p>
        </p:txBody>
      </p:sp>
    </p:spTree>
    <p:extLst>
      <p:ext uri="{BB962C8B-B14F-4D97-AF65-F5344CB8AC3E}">
        <p14:creationId xmlns:p14="http://schemas.microsoft.com/office/powerpoint/2010/main" val="914092277"/>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End slide_thank you_ligh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F3E2050-B634-087B-6CBA-9DCAAAF0032C}"/>
              </a:ext>
            </a:extLst>
          </p:cNvPr>
          <p:cNvSpPr/>
          <p:nvPr userDrawn="1"/>
        </p:nvSpPr>
        <p:spPr>
          <a:xfrm>
            <a:off x="0" y="548680"/>
            <a:ext cx="12192000" cy="63093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Freeform: Shape 9">
            <a:extLst>
              <a:ext uri="{FF2B5EF4-FFF2-40B4-BE49-F238E27FC236}">
                <a16:creationId xmlns:a16="http://schemas.microsoft.com/office/drawing/2014/main" id="{79469C37-EDEE-B65F-F0FD-15CB340AF43F}"/>
              </a:ext>
            </a:extLst>
          </p:cNvPr>
          <p:cNvSpPr/>
          <p:nvPr userDrawn="1"/>
        </p:nvSpPr>
        <p:spPr>
          <a:xfrm>
            <a:off x="1" y="1433413"/>
            <a:ext cx="8259765" cy="3991173"/>
          </a:xfrm>
          <a:custGeom>
            <a:avLst/>
            <a:gdLst>
              <a:gd name="csX0" fmla="*/ 0 w 8259765"/>
              <a:gd name="csY0" fmla="*/ 0 h 3991173"/>
              <a:gd name="csX1" fmla="*/ 1532793 w 8259765"/>
              <a:gd name="csY1" fmla="*/ 0 h 3991173"/>
              <a:gd name="csX2" fmla="*/ 2128021 w 8259765"/>
              <a:gd name="csY2" fmla="*/ 0 h 3991173"/>
              <a:gd name="csX3" fmla="*/ 2603365 w 8259765"/>
              <a:gd name="csY3" fmla="*/ 0 h 3991173"/>
              <a:gd name="csX4" fmla="*/ 2630562 w 8259765"/>
              <a:gd name="csY4" fmla="*/ 0 h 3991173"/>
              <a:gd name="csX5" fmla="*/ 3660814 w 8259765"/>
              <a:gd name="csY5" fmla="*/ 0 h 3991173"/>
              <a:gd name="csX6" fmla="*/ 4136158 w 8259765"/>
              <a:gd name="csY6" fmla="*/ 0 h 3991173"/>
              <a:gd name="csX7" fmla="*/ 4163355 w 8259765"/>
              <a:gd name="csY7" fmla="*/ 0 h 3991173"/>
              <a:gd name="csX8" fmla="*/ 4731386 w 8259765"/>
              <a:gd name="csY8" fmla="*/ 0 h 3991173"/>
              <a:gd name="csX9" fmla="*/ 4758582 w 8259765"/>
              <a:gd name="csY9" fmla="*/ 0 h 3991173"/>
              <a:gd name="csX10" fmla="*/ 6264179 w 8259765"/>
              <a:gd name="csY10" fmla="*/ 0 h 3991173"/>
              <a:gd name="csX11" fmla="*/ 6291375 w 8259765"/>
              <a:gd name="csY11" fmla="*/ 0 h 3991173"/>
              <a:gd name="csX12" fmla="*/ 6291375 w 8259765"/>
              <a:gd name="csY12" fmla="*/ 1373 h 3991173"/>
              <a:gd name="csX13" fmla="*/ 6468217 w 8259765"/>
              <a:gd name="csY13" fmla="*/ 10302 h 3991173"/>
              <a:gd name="csX14" fmla="*/ 8259765 w 8259765"/>
              <a:gd name="csY14" fmla="*/ 1995587 h 3991173"/>
              <a:gd name="csX15" fmla="*/ 6468217 w 8259765"/>
              <a:gd name="csY15" fmla="*/ 3980872 h 3991173"/>
              <a:gd name="csX16" fmla="*/ 6291375 w 8259765"/>
              <a:gd name="csY16" fmla="*/ 3989801 h 3991173"/>
              <a:gd name="csX17" fmla="*/ 6291375 w 8259765"/>
              <a:gd name="csY17" fmla="*/ 3991173 h 3991173"/>
              <a:gd name="csX18" fmla="*/ 6264179 w 8259765"/>
              <a:gd name="csY18" fmla="*/ 3991173 h 3991173"/>
              <a:gd name="csX19" fmla="*/ 4758582 w 8259765"/>
              <a:gd name="csY19" fmla="*/ 3991173 h 3991173"/>
              <a:gd name="csX20" fmla="*/ 4731386 w 8259765"/>
              <a:gd name="csY20" fmla="*/ 3991173 h 3991173"/>
              <a:gd name="csX21" fmla="*/ 4163355 w 8259765"/>
              <a:gd name="csY21" fmla="*/ 3991173 h 3991173"/>
              <a:gd name="csX22" fmla="*/ 4136158 w 8259765"/>
              <a:gd name="csY22" fmla="*/ 3991173 h 3991173"/>
              <a:gd name="csX23" fmla="*/ 3660814 w 8259765"/>
              <a:gd name="csY23" fmla="*/ 3991173 h 3991173"/>
              <a:gd name="csX24" fmla="*/ 2630562 w 8259765"/>
              <a:gd name="csY24" fmla="*/ 3991173 h 3991173"/>
              <a:gd name="csX25" fmla="*/ 2603365 w 8259765"/>
              <a:gd name="csY25" fmla="*/ 3991173 h 3991173"/>
              <a:gd name="csX26" fmla="*/ 2128021 w 8259765"/>
              <a:gd name="csY26" fmla="*/ 3991173 h 3991173"/>
              <a:gd name="csX27" fmla="*/ 1532793 w 8259765"/>
              <a:gd name="csY27" fmla="*/ 3991173 h 3991173"/>
              <a:gd name="csX28" fmla="*/ 0 w 8259765"/>
              <a:gd name="csY28" fmla="*/ 3991173 h 39911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8259765" h="3991173">
                <a:moveTo>
                  <a:pt x="0" y="0"/>
                </a:moveTo>
                <a:lnTo>
                  <a:pt x="1532793" y="0"/>
                </a:lnTo>
                <a:lnTo>
                  <a:pt x="2128021" y="0"/>
                </a:lnTo>
                <a:lnTo>
                  <a:pt x="2603365" y="0"/>
                </a:lnTo>
                <a:lnTo>
                  <a:pt x="2630562" y="0"/>
                </a:lnTo>
                <a:lnTo>
                  <a:pt x="3660814" y="0"/>
                </a:lnTo>
                <a:lnTo>
                  <a:pt x="4136158" y="0"/>
                </a:lnTo>
                <a:lnTo>
                  <a:pt x="4163355" y="0"/>
                </a:lnTo>
                <a:lnTo>
                  <a:pt x="4731386" y="0"/>
                </a:lnTo>
                <a:lnTo>
                  <a:pt x="4758582" y="0"/>
                </a:lnTo>
                <a:lnTo>
                  <a:pt x="6264179" y="0"/>
                </a:lnTo>
                <a:lnTo>
                  <a:pt x="6291375" y="0"/>
                </a:lnTo>
                <a:lnTo>
                  <a:pt x="6291375" y="1373"/>
                </a:lnTo>
                <a:lnTo>
                  <a:pt x="6468217" y="10302"/>
                </a:lnTo>
                <a:cubicBezTo>
                  <a:pt x="7474504" y="112498"/>
                  <a:pt x="8259765" y="962338"/>
                  <a:pt x="8259765" y="1995587"/>
                </a:cubicBezTo>
                <a:cubicBezTo>
                  <a:pt x="8259765" y="3028836"/>
                  <a:pt x="7474504" y="3878678"/>
                  <a:pt x="6468217" y="3980872"/>
                </a:cubicBezTo>
                <a:lnTo>
                  <a:pt x="6291375" y="3989801"/>
                </a:lnTo>
                <a:lnTo>
                  <a:pt x="6291375" y="3991173"/>
                </a:lnTo>
                <a:lnTo>
                  <a:pt x="6264179" y="3991173"/>
                </a:lnTo>
                <a:lnTo>
                  <a:pt x="4758582" y="3991173"/>
                </a:lnTo>
                <a:lnTo>
                  <a:pt x="4731386" y="3991173"/>
                </a:lnTo>
                <a:lnTo>
                  <a:pt x="4163355" y="3991173"/>
                </a:lnTo>
                <a:lnTo>
                  <a:pt x="4136158" y="3991173"/>
                </a:lnTo>
                <a:lnTo>
                  <a:pt x="3660814" y="3991173"/>
                </a:lnTo>
                <a:lnTo>
                  <a:pt x="2630562" y="3991173"/>
                </a:lnTo>
                <a:lnTo>
                  <a:pt x="2603365" y="3991173"/>
                </a:lnTo>
                <a:lnTo>
                  <a:pt x="2128021" y="3991173"/>
                </a:lnTo>
                <a:lnTo>
                  <a:pt x="1532793" y="3991173"/>
                </a:lnTo>
                <a:lnTo>
                  <a:pt x="0" y="3991173"/>
                </a:lnTo>
                <a:close/>
              </a:path>
            </a:pathLst>
          </a:custGeom>
          <a:solidFill>
            <a:schemeClr val="bg1"/>
          </a:solidFill>
          <a:ln w="19050" cap="flat" cmpd="sng" algn="ctr">
            <a:noFill/>
            <a:prstDash val="solid"/>
            <a:miter lim="800000"/>
          </a:ln>
          <a:effectLst/>
        </p:spPr>
        <p:txBody>
          <a:bodyPr vert="horz" wrap="square" lIns="0" tIns="95234" rIns="0" bIns="95234" rtlCol="0" anchor="ctr">
            <a:noAutofit/>
          </a:bodyPr>
          <a:lstStyle/>
          <a:p>
            <a:pPr marL="0" marR="0" lvl="0" indent="0" algn="ctr" defTabSz="952348" eaLnBrk="1" fontAlgn="auto" latinLnBrk="0" hangingPunct="1">
              <a:lnSpc>
                <a:spcPct val="90000"/>
              </a:lnSpc>
              <a:spcBef>
                <a:spcPct val="0"/>
              </a:spcBef>
              <a:spcAft>
                <a:spcPts val="0"/>
              </a:spcAft>
              <a:buClrTx/>
              <a:buSzTx/>
              <a:buFontTx/>
              <a:buNone/>
              <a:tabLst/>
              <a:defRPr/>
            </a:pPr>
            <a:endParaRPr kumimoji="0" lang="en-GB" sz="6249" b="0" i="0" u="none" strike="noStrike" kern="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28" name="Freeform: Shape 27">
            <a:extLst>
              <a:ext uri="{FF2B5EF4-FFF2-40B4-BE49-F238E27FC236}">
                <a16:creationId xmlns:a16="http://schemas.microsoft.com/office/drawing/2014/main" id="{4BEB6B4D-D935-7753-7E31-06D98191B80C}"/>
              </a:ext>
            </a:extLst>
          </p:cNvPr>
          <p:cNvSpPr/>
          <p:nvPr userDrawn="1"/>
        </p:nvSpPr>
        <p:spPr>
          <a:xfrm flipH="1">
            <a:off x="8259766" y="1433413"/>
            <a:ext cx="3932233" cy="3991173"/>
          </a:xfrm>
          <a:custGeom>
            <a:avLst/>
            <a:gdLst>
              <a:gd name="csX0" fmla="*/ 1963843 w 3932233"/>
              <a:gd name="csY0" fmla="*/ 0 h 3991173"/>
              <a:gd name="csX1" fmla="*/ 1936647 w 3932233"/>
              <a:gd name="csY1" fmla="*/ 0 h 3991173"/>
              <a:gd name="csX2" fmla="*/ 431050 w 3932233"/>
              <a:gd name="csY2" fmla="*/ 0 h 3991173"/>
              <a:gd name="csX3" fmla="*/ 403854 w 3932233"/>
              <a:gd name="csY3" fmla="*/ 0 h 3991173"/>
              <a:gd name="csX4" fmla="*/ 0 w 3932233"/>
              <a:gd name="csY4" fmla="*/ 0 h 3991173"/>
              <a:gd name="csX5" fmla="*/ 0 w 3932233"/>
              <a:gd name="csY5" fmla="*/ 3991173 h 3991173"/>
              <a:gd name="csX6" fmla="*/ 403854 w 3932233"/>
              <a:gd name="csY6" fmla="*/ 3991173 h 3991173"/>
              <a:gd name="csX7" fmla="*/ 431050 w 3932233"/>
              <a:gd name="csY7" fmla="*/ 3991173 h 3991173"/>
              <a:gd name="csX8" fmla="*/ 1936647 w 3932233"/>
              <a:gd name="csY8" fmla="*/ 3991173 h 3991173"/>
              <a:gd name="csX9" fmla="*/ 1963843 w 3932233"/>
              <a:gd name="csY9" fmla="*/ 3991173 h 3991173"/>
              <a:gd name="csX10" fmla="*/ 1963843 w 3932233"/>
              <a:gd name="csY10" fmla="*/ 3989801 h 3991173"/>
              <a:gd name="csX11" fmla="*/ 2140685 w 3932233"/>
              <a:gd name="csY11" fmla="*/ 3980872 h 3991173"/>
              <a:gd name="csX12" fmla="*/ 3932233 w 3932233"/>
              <a:gd name="csY12" fmla="*/ 1995587 h 3991173"/>
              <a:gd name="csX13" fmla="*/ 2140685 w 3932233"/>
              <a:gd name="csY13" fmla="*/ 10302 h 3991173"/>
              <a:gd name="csX14" fmla="*/ 1963843 w 3932233"/>
              <a:gd name="csY14" fmla="*/ 1373 h 39911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932233" h="3991173">
                <a:moveTo>
                  <a:pt x="1963843" y="0"/>
                </a:moveTo>
                <a:lnTo>
                  <a:pt x="1936647" y="0"/>
                </a:lnTo>
                <a:lnTo>
                  <a:pt x="431050" y="0"/>
                </a:lnTo>
                <a:lnTo>
                  <a:pt x="403854" y="0"/>
                </a:lnTo>
                <a:lnTo>
                  <a:pt x="0" y="0"/>
                </a:lnTo>
                <a:lnTo>
                  <a:pt x="0" y="3991173"/>
                </a:lnTo>
                <a:lnTo>
                  <a:pt x="403854" y="3991173"/>
                </a:lnTo>
                <a:lnTo>
                  <a:pt x="431050" y="3991173"/>
                </a:lnTo>
                <a:lnTo>
                  <a:pt x="1936647" y="3991173"/>
                </a:lnTo>
                <a:lnTo>
                  <a:pt x="1963843" y="3991173"/>
                </a:lnTo>
                <a:lnTo>
                  <a:pt x="1963843" y="3989801"/>
                </a:lnTo>
                <a:lnTo>
                  <a:pt x="2140685" y="3980872"/>
                </a:lnTo>
                <a:cubicBezTo>
                  <a:pt x="3146972" y="3878678"/>
                  <a:pt x="3932233" y="3028836"/>
                  <a:pt x="3932233" y="1995587"/>
                </a:cubicBezTo>
                <a:cubicBezTo>
                  <a:pt x="3932233" y="962338"/>
                  <a:pt x="3146972" y="112498"/>
                  <a:pt x="2140685" y="10302"/>
                </a:cubicBezTo>
                <a:lnTo>
                  <a:pt x="1963843" y="1373"/>
                </a:lnTo>
                <a:close/>
              </a:path>
            </a:pathLst>
          </a:custGeom>
          <a:gradFill>
            <a:gsLst>
              <a:gs pos="0">
                <a:schemeClr val="bg1"/>
              </a:gs>
              <a:gs pos="90000">
                <a:schemeClr val="bg1">
                  <a:alpha val="0"/>
                </a:schemeClr>
              </a:gs>
            </a:gsLst>
            <a:lin ang="10800000" scaled="1"/>
          </a:gradFill>
          <a:ln w="19050" cap="flat" cmpd="sng" algn="ctr">
            <a:noFill/>
            <a:prstDash val="solid"/>
            <a:miter lim="800000"/>
          </a:ln>
          <a:effectLst/>
        </p:spPr>
        <p:txBody>
          <a:bodyPr vert="horz" wrap="square" lIns="0" tIns="95234" rIns="0" bIns="95234" rtlCol="0" anchor="ctr">
            <a:noAutofit/>
          </a:bodyPr>
          <a:lstStyle/>
          <a:p>
            <a:pPr marL="0" marR="0" lvl="0" indent="0" algn="ctr" defTabSz="952348" eaLnBrk="1" fontAlgn="auto" latinLnBrk="0" hangingPunct="1">
              <a:lnSpc>
                <a:spcPct val="90000"/>
              </a:lnSpc>
              <a:spcBef>
                <a:spcPct val="0"/>
              </a:spcBef>
              <a:spcAft>
                <a:spcPts val="0"/>
              </a:spcAft>
              <a:buClrTx/>
              <a:buSzTx/>
              <a:buFontTx/>
              <a:buNone/>
              <a:tabLst/>
              <a:defRPr/>
            </a:pPr>
            <a:endParaRPr kumimoji="0" lang="en-GB" sz="6249" b="0" i="0" u="none" strike="noStrike" kern="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4" name="Text Placeholder 3">
            <a:extLst>
              <a:ext uri="{FF2B5EF4-FFF2-40B4-BE49-F238E27FC236}">
                <a16:creationId xmlns:a16="http://schemas.microsoft.com/office/drawing/2014/main" id="{3945714E-DEFC-E84E-50FC-2E416094250F}"/>
              </a:ext>
            </a:extLst>
          </p:cNvPr>
          <p:cNvSpPr txBox="1">
            <a:spLocks/>
          </p:cNvSpPr>
          <p:nvPr userDrawn="1"/>
        </p:nvSpPr>
        <p:spPr>
          <a:xfrm>
            <a:off x="411164" y="6151622"/>
            <a:ext cx="1751868" cy="339378"/>
          </a:xfrm>
          <a:custGeom>
            <a:avLst/>
            <a:gdLst>
              <a:gd name="csX0" fmla="*/ 1407096 w 1751868"/>
              <a:gd name="csY0" fmla="*/ 82763 h 339378"/>
              <a:gd name="csX1" fmla="*/ 1405192 w 1751868"/>
              <a:gd name="csY1" fmla="*/ 247807 h 339378"/>
              <a:gd name="csX2" fmla="*/ 1395676 w 1751868"/>
              <a:gd name="csY2" fmla="*/ 247807 h 339378"/>
              <a:gd name="csX3" fmla="*/ 1389830 w 1751868"/>
              <a:gd name="csY3" fmla="*/ 101117 h 339378"/>
              <a:gd name="csX4" fmla="*/ 105445 w 1751868"/>
              <a:gd name="csY4" fmla="*/ 31509 h 339378"/>
              <a:gd name="csX5" fmla="*/ 182583 w 1751868"/>
              <a:gd name="csY5" fmla="*/ 31509 h 339378"/>
              <a:gd name="csX6" fmla="*/ 296102 w 1751868"/>
              <a:gd name="csY6" fmla="*/ 307083 h 339378"/>
              <a:gd name="csX7" fmla="*/ 230437 w 1751868"/>
              <a:gd name="csY7" fmla="*/ 307083 h 339378"/>
              <a:gd name="csX8" fmla="*/ 144244 w 1751868"/>
              <a:gd name="csY8" fmla="*/ 97854 h 339378"/>
              <a:gd name="csX9" fmla="*/ 99787 w 1751868"/>
              <a:gd name="csY9" fmla="*/ 214364 h 339378"/>
              <a:gd name="csX10" fmla="*/ 168444 w 1751868"/>
              <a:gd name="csY10" fmla="*/ 205934 h 339378"/>
              <a:gd name="csX11" fmla="*/ 178503 w 1751868"/>
              <a:gd name="csY11" fmla="*/ 230813 h 339378"/>
              <a:gd name="csX12" fmla="*/ 65800 w 1751868"/>
              <a:gd name="csY12" fmla="*/ 306946 h 339378"/>
              <a:gd name="csX13" fmla="*/ 0 w 1751868"/>
              <a:gd name="csY13" fmla="*/ 306946 h 339378"/>
              <a:gd name="csX14" fmla="*/ 1472215 w 1751868"/>
              <a:gd name="csY14" fmla="*/ 31372 h 339378"/>
              <a:gd name="csX15" fmla="*/ 1533258 w 1751868"/>
              <a:gd name="csY15" fmla="*/ 31372 h 339378"/>
              <a:gd name="csX16" fmla="*/ 1611702 w 1751868"/>
              <a:gd name="csY16" fmla="*/ 136056 h 339378"/>
              <a:gd name="csX17" fmla="*/ 1691233 w 1751868"/>
              <a:gd name="csY17" fmla="*/ 31372 h 339378"/>
              <a:gd name="csX18" fmla="*/ 1691368 w 1751868"/>
              <a:gd name="csY18" fmla="*/ 31372 h 339378"/>
              <a:gd name="csX19" fmla="*/ 1751868 w 1751868"/>
              <a:gd name="csY19" fmla="*/ 31372 h 339378"/>
              <a:gd name="csX20" fmla="*/ 1751868 w 1751868"/>
              <a:gd name="csY20" fmla="*/ 306946 h 339378"/>
              <a:gd name="csX21" fmla="*/ 1682124 w 1751868"/>
              <a:gd name="csY21" fmla="*/ 306946 h 339378"/>
              <a:gd name="csX22" fmla="*/ 1682124 w 1751868"/>
              <a:gd name="csY22" fmla="*/ 138639 h 339378"/>
              <a:gd name="csX23" fmla="*/ 1617004 w 1751868"/>
              <a:gd name="csY23" fmla="*/ 227688 h 339378"/>
              <a:gd name="csX24" fmla="*/ 1607079 w 1751868"/>
              <a:gd name="csY24" fmla="*/ 227688 h 339378"/>
              <a:gd name="csX25" fmla="*/ 1541822 w 1751868"/>
              <a:gd name="csY25" fmla="*/ 138639 h 339378"/>
              <a:gd name="csX26" fmla="*/ 1541822 w 1751868"/>
              <a:gd name="csY26" fmla="*/ 306946 h 339378"/>
              <a:gd name="csX27" fmla="*/ 1472215 w 1751868"/>
              <a:gd name="csY27" fmla="*/ 306946 h 339378"/>
              <a:gd name="csX28" fmla="*/ 789740 w 1751868"/>
              <a:gd name="csY28" fmla="*/ 31372 h 339378"/>
              <a:gd name="csX29" fmla="*/ 1040977 w 1751868"/>
              <a:gd name="csY29" fmla="*/ 31372 h 339378"/>
              <a:gd name="csX30" fmla="*/ 1040977 w 1751868"/>
              <a:gd name="csY30" fmla="*/ 84665 h 339378"/>
              <a:gd name="csX31" fmla="*/ 950027 w 1751868"/>
              <a:gd name="csY31" fmla="*/ 84665 h 339378"/>
              <a:gd name="csX32" fmla="*/ 950027 w 1751868"/>
              <a:gd name="csY32" fmla="*/ 306811 h 339378"/>
              <a:gd name="csX33" fmla="*/ 880420 w 1751868"/>
              <a:gd name="csY33" fmla="*/ 306811 h 339378"/>
              <a:gd name="csX34" fmla="*/ 880420 w 1751868"/>
              <a:gd name="csY34" fmla="*/ 84665 h 339378"/>
              <a:gd name="csX35" fmla="*/ 789877 w 1751868"/>
              <a:gd name="csY35" fmla="*/ 84665 h 339378"/>
              <a:gd name="csX36" fmla="*/ 789740 w 1751868"/>
              <a:gd name="csY36" fmla="*/ 84665 h 339378"/>
              <a:gd name="csX37" fmla="*/ 340013 w 1751868"/>
              <a:gd name="csY37" fmla="*/ 31372 h 339378"/>
              <a:gd name="csX38" fmla="*/ 407989 w 1751868"/>
              <a:gd name="csY38" fmla="*/ 31372 h 339378"/>
              <a:gd name="csX39" fmla="*/ 407989 w 1751868"/>
              <a:gd name="csY39" fmla="*/ 253382 h 339378"/>
              <a:gd name="csX40" fmla="*/ 532520 w 1751868"/>
              <a:gd name="csY40" fmla="*/ 253382 h 339378"/>
              <a:gd name="csX41" fmla="*/ 532520 w 1751868"/>
              <a:gd name="csY41" fmla="*/ 306946 h 339378"/>
              <a:gd name="csX42" fmla="*/ 340013 w 1751868"/>
              <a:gd name="csY42" fmla="*/ 306946 h 339378"/>
              <a:gd name="csX43" fmla="*/ 105498 w 1751868"/>
              <a:gd name="csY43" fmla="*/ 31372 h 339378"/>
              <a:gd name="csX44" fmla="*/ 105445 w 1751868"/>
              <a:gd name="csY44" fmla="*/ 31509 h 339378"/>
              <a:gd name="csX45" fmla="*/ 105362 w 1751868"/>
              <a:gd name="csY45" fmla="*/ 31509 h 339378"/>
              <a:gd name="csX46" fmla="*/ 681660 w 1751868"/>
              <a:gd name="csY46" fmla="*/ 19681 h 339378"/>
              <a:gd name="csX47" fmla="*/ 756024 w 1751868"/>
              <a:gd name="csY47" fmla="*/ 34364 h 339378"/>
              <a:gd name="csX48" fmla="*/ 751538 w 1751868"/>
              <a:gd name="csY48" fmla="*/ 88745 h 339378"/>
              <a:gd name="csX49" fmla="*/ 622929 w 1751868"/>
              <a:gd name="csY49" fmla="*/ 102067 h 339378"/>
              <a:gd name="csX50" fmla="*/ 622792 w 1751868"/>
              <a:gd name="csY50" fmla="*/ 102067 h 339378"/>
              <a:gd name="csX51" fmla="*/ 772202 w 1751868"/>
              <a:gd name="csY51" fmla="*/ 222385 h 339378"/>
              <a:gd name="csX52" fmla="*/ 647127 w 1751868"/>
              <a:gd name="csY52" fmla="*/ 315920 h 339378"/>
              <a:gd name="csX53" fmla="*/ 562565 w 1751868"/>
              <a:gd name="csY53" fmla="*/ 303683 h 339378"/>
              <a:gd name="csX54" fmla="*/ 569092 w 1751868"/>
              <a:gd name="csY54" fmla="*/ 244544 h 339378"/>
              <a:gd name="csX55" fmla="*/ 647127 w 1751868"/>
              <a:gd name="csY55" fmla="*/ 259772 h 339378"/>
              <a:gd name="csX56" fmla="*/ 708713 w 1751868"/>
              <a:gd name="csY56" fmla="*/ 232717 h 339378"/>
              <a:gd name="csX57" fmla="*/ 559847 w 1751868"/>
              <a:gd name="csY57" fmla="*/ 109138 h 339378"/>
              <a:gd name="csX58" fmla="*/ 681660 w 1751868"/>
              <a:gd name="csY58" fmla="*/ 19681 h 339378"/>
              <a:gd name="csX59" fmla="*/ 1218515 w 1751868"/>
              <a:gd name="csY59" fmla="*/ 1736 h 339378"/>
              <a:gd name="csX60" fmla="*/ 1335722 w 1751868"/>
              <a:gd name="csY60" fmla="*/ 24440 h 339378"/>
              <a:gd name="csX61" fmla="*/ 1328515 w 1751868"/>
              <a:gd name="csY61" fmla="*/ 32460 h 339378"/>
              <a:gd name="csX62" fmla="*/ 1327836 w 1751868"/>
              <a:gd name="csY62" fmla="*/ 31645 h 339378"/>
              <a:gd name="csX63" fmla="*/ 1156946 w 1751868"/>
              <a:gd name="csY63" fmla="*/ 62913 h 339378"/>
              <a:gd name="csX64" fmla="*/ 1153547 w 1751868"/>
              <a:gd name="csY64" fmla="*/ 66584 h 339378"/>
              <a:gd name="csX65" fmla="*/ 1162519 w 1751868"/>
              <a:gd name="csY65" fmla="*/ 267113 h 339378"/>
              <a:gd name="csX66" fmla="*/ 1175843 w 1751868"/>
              <a:gd name="csY66" fmla="*/ 253382 h 339378"/>
              <a:gd name="csX67" fmla="*/ 1242187 w 1751868"/>
              <a:gd name="csY67" fmla="*/ 278124 h 339378"/>
              <a:gd name="csX68" fmla="*/ 1332459 w 1751868"/>
              <a:gd name="csY68" fmla="*/ 184998 h 339378"/>
              <a:gd name="csX69" fmla="*/ 1237293 w 1751868"/>
              <a:gd name="csY69" fmla="*/ 96902 h 339378"/>
              <a:gd name="csX70" fmla="*/ 1146614 w 1751868"/>
              <a:gd name="csY70" fmla="*/ 186901 h 339378"/>
              <a:gd name="csX71" fmla="*/ 1137233 w 1751868"/>
              <a:gd name="csY71" fmla="*/ 187173 h 339378"/>
              <a:gd name="csX72" fmla="*/ 1170812 w 1751868"/>
              <a:gd name="csY72" fmla="*/ 87384 h 339378"/>
              <a:gd name="csX73" fmla="*/ 1340752 w 1751868"/>
              <a:gd name="csY73" fmla="*/ 83307 h 339378"/>
              <a:gd name="csX74" fmla="*/ 1331371 w 1751868"/>
              <a:gd name="csY74" fmla="*/ 93231 h 339378"/>
              <a:gd name="csX75" fmla="*/ 1331234 w 1751868"/>
              <a:gd name="csY75" fmla="*/ 93231 h 339378"/>
              <a:gd name="csX76" fmla="*/ 1376643 w 1751868"/>
              <a:gd name="csY76" fmla="*/ 193020 h 339378"/>
              <a:gd name="csX77" fmla="*/ 1234030 w 1751868"/>
              <a:gd name="csY77" fmla="*/ 339303 h 339378"/>
              <a:gd name="csX78" fmla="*/ 1130164 w 1751868"/>
              <a:gd name="csY78" fmla="*/ 299876 h 339378"/>
              <a:gd name="csX79" fmla="*/ 1116704 w 1751868"/>
              <a:gd name="csY79" fmla="*/ 313607 h 339378"/>
              <a:gd name="csX80" fmla="*/ 1109770 w 1751868"/>
              <a:gd name="csY80" fmla="*/ 56525 h 339378"/>
              <a:gd name="csX81" fmla="*/ 1218515 w 1751868"/>
              <a:gd name="csY81" fmla="*/ 1736 h 3393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Lst>
            <a:rect l="l" t="t" r="r" b="b"/>
            <a:pathLst>
              <a:path w="1751868" h="339378">
                <a:moveTo>
                  <a:pt x="1407096" y="82763"/>
                </a:moveTo>
                <a:cubicBezTo>
                  <a:pt x="1436869" y="132657"/>
                  <a:pt x="1437413" y="195330"/>
                  <a:pt x="1405192" y="247807"/>
                </a:cubicBezTo>
                <a:lnTo>
                  <a:pt x="1395676" y="247807"/>
                </a:lnTo>
                <a:cubicBezTo>
                  <a:pt x="1421643" y="201040"/>
                  <a:pt x="1417699" y="145028"/>
                  <a:pt x="1389830" y="101117"/>
                </a:cubicBezTo>
                <a:close/>
                <a:moveTo>
                  <a:pt x="105445" y="31509"/>
                </a:moveTo>
                <a:lnTo>
                  <a:pt x="182583" y="31509"/>
                </a:lnTo>
                <a:lnTo>
                  <a:pt x="296102" y="307083"/>
                </a:lnTo>
                <a:lnTo>
                  <a:pt x="230437" y="307083"/>
                </a:lnTo>
                <a:lnTo>
                  <a:pt x="144244" y="97854"/>
                </a:lnTo>
                <a:lnTo>
                  <a:pt x="99787" y="214364"/>
                </a:lnTo>
                <a:cubicBezTo>
                  <a:pt x="118005" y="206479"/>
                  <a:pt x="148050" y="203216"/>
                  <a:pt x="168444" y="205934"/>
                </a:cubicBezTo>
                <a:lnTo>
                  <a:pt x="178503" y="230813"/>
                </a:lnTo>
                <a:cubicBezTo>
                  <a:pt x="129969" y="235028"/>
                  <a:pt x="77764" y="266025"/>
                  <a:pt x="65800" y="306946"/>
                </a:cubicBezTo>
                <a:lnTo>
                  <a:pt x="0" y="306946"/>
                </a:lnTo>
                <a:close/>
                <a:moveTo>
                  <a:pt x="1472215" y="31372"/>
                </a:moveTo>
                <a:lnTo>
                  <a:pt x="1533258" y="31372"/>
                </a:lnTo>
                <a:lnTo>
                  <a:pt x="1611702" y="136056"/>
                </a:lnTo>
                <a:lnTo>
                  <a:pt x="1691233" y="31372"/>
                </a:lnTo>
                <a:lnTo>
                  <a:pt x="1691368" y="31372"/>
                </a:lnTo>
                <a:lnTo>
                  <a:pt x="1751868" y="31372"/>
                </a:lnTo>
                <a:lnTo>
                  <a:pt x="1751868" y="306946"/>
                </a:lnTo>
                <a:lnTo>
                  <a:pt x="1682124" y="306946"/>
                </a:lnTo>
                <a:lnTo>
                  <a:pt x="1682124" y="138639"/>
                </a:lnTo>
                <a:lnTo>
                  <a:pt x="1617004" y="227688"/>
                </a:lnTo>
                <a:lnTo>
                  <a:pt x="1607079" y="227688"/>
                </a:lnTo>
                <a:lnTo>
                  <a:pt x="1541822" y="138639"/>
                </a:lnTo>
                <a:lnTo>
                  <a:pt x="1541822" y="306946"/>
                </a:lnTo>
                <a:lnTo>
                  <a:pt x="1472215" y="306946"/>
                </a:lnTo>
                <a:close/>
                <a:moveTo>
                  <a:pt x="789740" y="31372"/>
                </a:moveTo>
                <a:lnTo>
                  <a:pt x="1040977" y="31372"/>
                </a:lnTo>
                <a:lnTo>
                  <a:pt x="1040977" y="84665"/>
                </a:lnTo>
                <a:lnTo>
                  <a:pt x="950027" y="84665"/>
                </a:lnTo>
                <a:lnTo>
                  <a:pt x="950027" y="306811"/>
                </a:lnTo>
                <a:lnTo>
                  <a:pt x="880420" y="306811"/>
                </a:lnTo>
                <a:lnTo>
                  <a:pt x="880420" y="84665"/>
                </a:lnTo>
                <a:lnTo>
                  <a:pt x="789877" y="84665"/>
                </a:lnTo>
                <a:lnTo>
                  <a:pt x="789740" y="84665"/>
                </a:lnTo>
                <a:close/>
                <a:moveTo>
                  <a:pt x="340013" y="31372"/>
                </a:moveTo>
                <a:lnTo>
                  <a:pt x="407989" y="31372"/>
                </a:lnTo>
                <a:lnTo>
                  <a:pt x="407989" y="253382"/>
                </a:lnTo>
                <a:lnTo>
                  <a:pt x="532520" y="253382"/>
                </a:lnTo>
                <a:lnTo>
                  <a:pt x="532520" y="306946"/>
                </a:lnTo>
                <a:lnTo>
                  <a:pt x="340013" y="306946"/>
                </a:lnTo>
                <a:close/>
                <a:moveTo>
                  <a:pt x="105498" y="31372"/>
                </a:moveTo>
                <a:lnTo>
                  <a:pt x="105445" y="31509"/>
                </a:lnTo>
                <a:lnTo>
                  <a:pt x="105362" y="31509"/>
                </a:lnTo>
                <a:close/>
                <a:moveTo>
                  <a:pt x="681660" y="19681"/>
                </a:moveTo>
                <a:cubicBezTo>
                  <a:pt x="708442" y="19681"/>
                  <a:pt x="743652" y="28926"/>
                  <a:pt x="756024" y="34364"/>
                </a:cubicBezTo>
                <a:lnTo>
                  <a:pt x="751538" y="88745"/>
                </a:lnTo>
                <a:cubicBezTo>
                  <a:pt x="673230" y="60602"/>
                  <a:pt x="622929" y="79908"/>
                  <a:pt x="622929" y="102067"/>
                </a:cubicBezTo>
                <a:lnTo>
                  <a:pt x="622792" y="102067"/>
                </a:lnTo>
                <a:cubicBezTo>
                  <a:pt x="622792" y="152641"/>
                  <a:pt x="772202" y="123956"/>
                  <a:pt x="772202" y="222385"/>
                </a:cubicBezTo>
                <a:cubicBezTo>
                  <a:pt x="771931" y="296070"/>
                  <a:pt x="710344" y="315920"/>
                  <a:pt x="647127" y="315920"/>
                </a:cubicBezTo>
                <a:cubicBezTo>
                  <a:pt x="620754" y="315920"/>
                  <a:pt x="587853" y="311840"/>
                  <a:pt x="562565" y="303683"/>
                </a:cubicBezTo>
                <a:lnTo>
                  <a:pt x="569092" y="244544"/>
                </a:lnTo>
                <a:cubicBezTo>
                  <a:pt x="587988" y="253518"/>
                  <a:pt x="615995" y="259772"/>
                  <a:pt x="647127" y="259772"/>
                </a:cubicBezTo>
                <a:cubicBezTo>
                  <a:pt x="674590" y="259772"/>
                  <a:pt x="707081" y="254470"/>
                  <a:pt x="708713" y="232717"/>
                </a:cubicBezTo>
                <a:cubicBezTo>
                  <a:pt x="713063" y="176705"/>
                  <a:pt x="559847" y="211780"/>
                  <a:pt x="559847" y="109138"/>
                </a:cubicBezTo>
                <a:cubicBezTo>
                  <a:pt x="559847" y="40754"/>
                  <a:pt x="624560" y="19681"/>
                  <a:pt x="681660" y="19681"/>
                </a:cubicBezTo>
                <a:close/>
                <a:moveTo>
                  <a:pt x="1218515" y="1736"/>
                </a:moveTo>
                <a:cubicBezTo>
                  <a:pt x="1258535" y="-3737"/>
                  <a:pt x="1299966" y="3707"/>
                  <a:pt x="1335722" y="24440"/>
                </a:cubicBezTo>
                <a:lnTo>
                  <a:pt x="1328515" y="32460"/>
                </a:lnTo>
                <a:lnTo>
                  <a:pt x="1327836" y="31645"/>
                </a:lnTo>
                <a:cubicBezTo>
                  <a:pt x="1271689" y="5678"/>
                  <a:pt x="1202217" y="16283"/>
                  <a:pt x="1156946" y="62913"/>
                </a:cubicBezTo>
                <a:cubicBezTo>
                  <a:pt x="1155858" y="64138"/>
                  <a:pt x="1154635" y="65361"/>
                  <a:pt x="1153547" y="66584"/>
                </a:cubicBezTo>
                <a:cubicBezTo>
                  <a:pt x="1100661" y="124500"/>
                  <a:pt x="1104741" y="214228"/>
                  <a:pt x="1162519" y="267113"/>
                </a:cubicBezTo>
                <a:lnTo>
                  <a:pt x="1175843" y="253382"/>
                </a:lnTo>
                <a:cubicBezTo>
                  <a:pt x="1193924" y="269967"/>
                  <a:pt x="1217716" y="278804"/>
                  <a:pt x="1242187" y="278124"/>
                </a:cubicBezTo>
                <a:cubicBezTo>
                  <a:pt x="1293576" y="276765"/>
                  <a:pt x="1333818" y="235299"/>
                  <a:pt x="1332459" y="184998"/>
                </a:cubicBezTo>
                <a:cubicBezTo>
                  <a:pt x="1331371" y="134832"/>
                  <a:pt x="1288682" y="95541"/>
                  <a:pt x="1237293" y="96902"/>
                </a:cubicBezTo>
                <a:cubicBezTo>
                  <a:pt x="1186991" y="97989"/>
                  <a:pt x="1147157" y="138095"/>
                  <a:pt x="1146614" y="186901"/>
                </a:cubicBezTo>
                <a:lnTo>
                  <a:pt x="1137233" y="187173"/>
                </a:lnTo>
                <a:cubicBezTo>
                  <a:pt x="1131114" y="152234"/>
                  <a:pt x="1143759" y="115118"/>
                  <a:pt x="1170812" y="87384"/>
                </a:cubicBezTo>
                <a:cubicBezTo>
                  <a:pt x="1216085" y="40890"/>
                  <a:pt x="1293849" y="39938"/>
                  <a:pt x="1340752" y="83307"/>
                </a:cubicBezTo>
                <a:lnTo>
                  <a:pt x="1331371" y="93231"/>
                </a:lnTo>
                <a:lnTo>
                  <a:pt x="1331234" y="93231"/>
                </a:lnTo>
                <a:cubicBezTo>
                  <a:pt x="1359241" y="118925"/>
                  <a:pt x="1375691" y="154953"/>
                  <a:pt x="1376643" y="193020"/>
                </a:cubicBezTo>
                <a:cubicBezTo>
                  <a:pt x="1378682" y="271734"/>
                  <a:pt x="1314785" y="337128"/>
                  <a:pt x="1234030" y="339303"/>
                </a:cubicBezTo>
                <a:cubicBezTo>
                  <a:pt x="1194060" y="340526"/>
                  <a:pt x="1159665" y="326931"/>
                  <a:pt x="1130164" y="299876"/>
                </a:cubicBezTo>
                <a:lnTo>
                  <a:pt x="1116704" y="313607"/>
                </a:lnTo>
                <a:cubicBezTo>
                  <a:pt x="1041930" y="244408"/>
                  <a:pt x="1038667" y="129394"/>
                  <a:pt x="1109770" y="56525"/>
                </a:cubicBezTo>
                <a:cubicBezTo>
                  <a:pt x="1139884" y="25596"/>
                  <a:pt x="1178494" y="7208"/>
                  <a:pt x="1218515" y="1736"/>
                </a:cubicBezTo>
                <a:close/>
              </a:path>
            </a:pathLst>
          </a:custGeom>
          <a:blipFill>
            <a:blip>
              <a:extLst>
                <a:ext uri="{96DAC541-7B7A-43D3-8B79-37D633B846F1}">
                  <asvg:svgBlip xmlns:asvg="http://schemas.microsoft.com/office/drawing/2016/SVG/main" r:embed="rId2"/>
                </a:ext>
              </a:extLst>
            </a:blip>
            <a:stretch>
              <a:fillRect/>
            </a:stretch>
          </a:blipFill>
        </p:spPr>
        <p:txBody>
          <a:bodyPr vert="horz" wrap="square" lIns="0" tIns="0" rIns="0" bIns="0" rtlCol="0">
            <a:noAutofit/>
          </a:bodyPr>
          <a:lstStyle>
            <a:lvl1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1pPr>
            <a:lvl2pPr marL="0" indent="0" algn="l" defTabSz="914400" rtl="0" eaLnBrk="1" latinLnBrk="0" hangingPunct="1">
              <a:lnSpc>
                <a:spcPct val="0"/>
              </a:lnSpc>
              <a:spcBef>
                <a:spcPts val="0"/>
              </a:spcBef>
              <a:spcAft>
                <a:spcPts val="0"/>
              </a:spcAft>
              <a:buClr>
                <a:schemeClr val="bg2"/>
              </a:buClr>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2pPr>
            <a:lvl3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3pPr>
            <a:lvl4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4pPr>
            <a:lvl5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5pPr>
            <a:lvl6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6pPr>
            <a:lvl7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7pPr>
            <a:lvl8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8pPr>
            <a:lvl9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9pPr>
          </a:lstStyle>
          <a:p>
            <a:r>
              <a:rPr lang="en-GB" noProof="0" dirty="0"/>
              <a:t>1</a:t>
            </a:r>
          </a:p>
        </p:txBody>
      </p:sp>
      <p:grpSp>
        <p:nvGrpSpPr>
          <p:cNvPr id="7" name="Group 6">
            <a:extLst>
              <a:ext uri="{FF2B5EF4-FFF2-40B4-BE49-F238E27FC236}">
                <a16:creationId xmlns:a16="http://schemas.microsoft.com/office/drawing/2014/main" id="{8AFF6E85-CF18-7904-6BEA-5B5B299B9E96}"/>
              </a:ext>
            </a:extLst>
          </p:cNvPr>
          <p:cNvGrpSpPr/>
          <p:nvPr userDrawn="1"/>
        </p:nvGrpSpPr>
        <p:grpSpPr>
          <a:xfrm>
            <a:off x="411163" y="2650728"/>
            <a:ext cx="5380038" cy="1556544"/>
            <a:chOff x="411163" y="2564904"/>
            <a:chExt cx="5380038" cy="1556544"/>
          </a:xfrm>
        </p:grpSpPr>
        <p:sp>
          <p:nvSpPr>
            <p:cNvPr id="6" name="Title 26">
              <a:extLst>
                <a:ext uri="{FF2B5EF4-FFF2-40B4-BE49-F238E27FC236}">
                  <a16:creationId xmlns:a16="http://schemas.microsoft.com/office/drawing/2014/main" id="{F95CCFDC-F7A9-FA24-0DE8-5A15E842892A}"/>
                </a:ext>
              </a:extLst>
            </p:cNvPr>
            <p:cNvSpPr txBox="1">
              <a:spLocks/>
            </p:cNvSpPr>
            <p:nvPr/>
          </p:nvSpPr>
          <p:spPr>
            <a:xfrm>
              <a:off x="411163" y="3013452"/>
              <a:ext cx="5380038" cy="1107996"/>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8000" b="1" kern="1200" cap="none" baseline="0">
                  <a:solidFill>
                    <a:schemeClr val="tx1"/>
                  </a:solidFill>
                  <a:latin typeface="Arial" panose="020B0604020202020204" pitchFamily="34" charset="0"/>
                  <a:ea typeface="+mj-ea"/>
                  <a:cs typeface="Arial" panose="020B0604020202020204" pitchFamily="34" charset="0"/>
                </a:defRPr>
              </a:lvl1pPr>
            </a:lstStyle>
            <a:p>
              <a:r>
                <a:rPr lang="en-GB" b="0" noProof="0" dirty="0">
                  <a:solidFill>
                    <a:schemeClr val="tx1"/>
                  </a:solidFill>
                </a:rPr>
                <a:t>Thank you</a:t>
              </a:r>
            </a:p>
          </p:txBody>
        </p:sp>
        <p:sp>
          <p:nvSpPr>
            <p:cNvPr id="8" name="Text Placeholder 29">
              <a:extLst>
                <a:ext uri="{FF2B5EF4-FFF2-40B4-BE49-F238E27FC236}">
                  <a16:creationId xmlns:a16="http://schemas.microsoft.com/office/drawing/2014/main" id="{A92143DE-AC86-F1C7-54FF-777463C8FDB6}"/>
                </a:ext>
              </a:extLst>
            </p:cNvPr>
            <p:cNvSpPr txBox="1">
              <a:spLocks/>
            </p:cNvSpPr>
            <p:nvPr userDrawn="1"/>
          </p:nvSpPr>
          <p:spPr>
            <a:xfrm>
              <a:off x="411165" y="2564904"/>
              <a:ext cx="1676095" cy="107302"/>
            </a:xfrm>
            <a:custGeom>
              <a:avLst/>
              <a:gdLst>
                <a:gd name="csX0" fmla="*/ 0 w 1676095"/>
                <a:gd name="csY0" fmla="*/ 53650 h 107302"/>
                <a:gd name="csX1" fmla="*/ 0 w 1676095"/>
                <a:gd name="csY1" fmla="*/ 53651 h 107302"/>
                <a:gd name="csX2" fmla="*/ 0 w 1676095"/>
                <a:gd name="csY2" fmla="*/ 53651 h 107302"/>
                <a:gd name="csX3" fmla="*/ 53651 w 1676095"/>
                <a:gd name="csY3" fmla="*/ 0 h 107302"/>
                <a:gd name="csX4" fmla="*/ 1622444 w 1676095"/>
                <a:gd name="csY4" fmla="*/ 0 h 107302"/>
                <a:gd name="csX5" fmla="*/ 1676095 w 1676095"/>
                <a:gd name="csY5" fmla="*/ 53651 h 107302"/>
                <a:gd name="csX6" fmla="*/ 1676094 w 1676095"/>
                <a:gd name="csY6" fmla="*/ 53651 h 107302"/>
                <a:gd name="csX7" fmla="*/ 1622443 w 1676095"/>
                <a:gd name="csY7" fmla="*/ 107302 h 107302"/>
                <a:gd name="csX8" fmla="*/ 53651 w 1676095"/>
                <a:gd name="csY8" fmla="*/ 107301 h 107302"/>
                <a:gd name="csX9" fmla="*/ 15714 w 1676095"/>
                <a:gd name="csY9" fmla="*/ 91587 h 107302"/>
                <a:gd name="csX10" fmla="*/ 0 w 1676095"/>
                <a:gd name="csY10" fmla="*/ 53651 h 107302"/>
                <a:gd name="csX11" fmla="*/ 15714 w 1676095"/>
                <a:gd name="csY11" fmla="*/ 15714 h 107302"/>
                <a:gd name="csX12" fmla="*/ 53651 w 1676095"/>
                <a:gd name="csY12" fmla="*/ 0 h 1073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76095" h="107302">
                  <a:moveTo>
                    <a:pt x="0" y="53650"/>
                  </a:moveTo>
                  <a:lnTo>
                    <a:pt x="0" y="53651"/>
                  </a:lnTo>
                  <a:lnTo>
                    <a:pt x="0" y="53651"/>
                  </a:lnTo>
                  <a:close/>
                  <a:moveTo>
                    <a:pt x="53651" y="0"/>
                  </a:moveTo>
                  <a:lnTo>
                    <a:pt x="1622444" y="0"/>
                  </a:lnTo>
                  <a:cubicBezTo>
                    <a:pt x="1652075" y="0"/>
                    <a:pt x="1676095" y="24020"/>
                    <a:pt x="1676095" y="53651"/>
                  </a:cubicBezTo>
                  <a:lnTo>
                    <a:pt x="1676094" y="53651"/>
                  </a:lnTo>
                  <a:cubicBezTo>
                    <a:pt x="1676094" y="83282"/>
                    <a:pt x="1652074" y="107302"/>
                    <a:pt x="1622443" y="107302"/>
                  </a:cubicBezTo>
                  <a:lnTo>
                    <a:pt x="53651" y="107301"/>
                  </a:lnTo>
                  <a:cubicBezTo>
                    <a:pt x="38836" y="107301"/>
                    <a:pt x="25423" y="101296"/>
                    <a:pt x="15714" y="91587"/>
                  </a:cubicBezTo>
                  <a:lnTo>
                    <a:pt x="0" y="53651"/>
                  </a:lnTo>
                  <a:lnTo>
                    <a:pt x="15714" y="15714"/>
                  </a:lnTo>
                  <a:cubicBezTo>
                    <a:pt x="25423" y="6005"/>
                    <a:pt x="38836" y="0"/>
                    <a:pt x="53651" y="0"/>
                  </a:cubicBezTo>
                  <a:close/>
                </a:path>
              </a:pathLst>
            </a:custGeom>
            <a:gradFill>
              <a:gsLst>
                <a:gs pos="62000">
                  <a:srgbClr val="DC3223">
                    <a:alpha val="59827"/>
                  </a:srgbClr>
                </a:gs>
                <a:gs pos="14000">
                  <a:srgbClr val="DC3223">
                    <a:alpha val="0"/>
                  </a:srgbClr>
                </a:gs>
                <a:gs pos="100000">
                  <a:srgbClr val="DC3223"/>
                </a:gs>
              </a:gsLst>
              <a:lin ang="12000000" scaled="0"/>
            </a:gradFill>
          </p:spPr>
          <p:txBody>
            <a:bodyPr vert="horz" wrap="square" lIns="0" tIns="0" rIns="0" bIns="0" rtlCol="0">
              <a:noAutofit/>
            </a:bodyPr>
            <a:lstStyle>
              <a:lvl1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1pPr>
              <a:lvl2pPr marL="0" indent="0" algn="l" defTabSz="914400" rtl="0" eaLnBrk="1" latinLnBrk="0" hangingPunct="1">
                <a:lnSpc>
                  <a:spcPct val="0"/>
                </a:lnSpc>
                <a:spcBef>
                  <a:spcPts val="0"/>
                </a:spcBef>
                <a:spcAft>
                  <a:spcPts val="0"/>
                </a:spcAft>
                <a:buClr>
                  <a:schemeClr val="bg2"/>
                </a:buClr>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2pPr>
              <a:lvl3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3pPr>
              <a:lvl4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4pPr>
              <a:lvl5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5pPr>
              <a:lvl6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6pPr>
              <a:lvl7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7pPr>
              <a:lvl8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8pPr>
              <a:lvl9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9pPr>
            </a:lstStyle>
            <a:p>
              <a:r>
                <a:rPr lang="en-GB" noProof="0" dirty="0">
                  <a:solidFill>
                    <a:schemeClr val="bg1"/>
                  </a:solidFill>
                </a:rPr>
                <a:t>1</a:t>
              </a:r>
            </a:p>
          </p:txBody>
        </p:sp>
      </p:grpSp>
    </p:spTree>
    <p:extLst>
      <p:ext uri="{BB962C8B-B14F-4D97-AF65-F5344CB8AC3E}">
        <p14:creationId xmlns:p14="http://schemas.microsoft.com/office/powerpoint/2010/main" val="3716964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svg="http://schemas.microsoft.com/office/drawing/2016/SVG/main">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Cover_customisable image_light">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1BEF890-62BC-6589-9BC1-E3D737A72AD3}"/>
              </a:ext>
            </a:extLst>
          </p:cNvPr>
          <p:cNvSpPr/>
          <p:nvPr userDrawn="1"/>
        </p:nvSpPr>
        <p:spPr>
          <a:xfrm>
            <a:off x="0" y="367000"/>
            <a:ext cx="12192000" cy="6491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6" name="Text Placeholder 2">
            <a:extLst>
              <a:ext uri="{FF2B5EF4-FFF2-40B4-BE49-F238E27FC236}">
                <a16:creationId xmlns:a16="http://schemas.microsoft.com/office/drawing/2014/main" id="{B834A2FB-574D-2BBA-882B-4E4F8CEB09E1}"/>
              </a:ext>
            </a:extLst>
          </p:cNvPr>
          <p:cNvSpPr txBox="1">
            <a:spLocks/>
          </p:cNvSpPr>
          <p:nvPr userDrawn="1"/>
        </p:nvSpPr>
        <p:spPr>
          <a:xfrm>
            <a:off x="0" y="0"/>
            <a:ext cx="6172199" cy="6857999"/>
          </a:xfrm>
          <a:custGeom>
            <a:avLst/>
            <a:gdLst>
              <a:gd name="csX0" fmla="*/ 0 w 6172200"/>
              <a:gd name="csY0" fmla="*/ 0 h 6858000"/>
              <a:gd name="csX1" fmla="*/ 2766492 w 6172200"/>
              <a:gd name="csY1" fmla="*/ 0 h 6858000"/>
              <a:gd name="csX2" fmla="*/ 6172200 w 6172200"/>
              <a:gd name="csY2" fmla="*/ 3429000 h 6858000"/>
              <a:gd name="csX3" fmla="*/ 2766492 w 6172200"/>
              <a:gd name="csY3" fmla="*/ 6858000 h 6858000"/>
              <a:gd name="csX4" fmla="*/ 0 w 6172200"/>
              <a:gd name="csY4" fmla="*/ 6858000 h 6858000"/>
            </a:gdLst>
            <a:ahLst/>
            <a:cxnLst>
              <a:cxn ang="0">
                <a:pos x="csX0" y="csY0"/>
              </a:cxn>
              <a:cxn ang="0">
                <a:pos x="csX1" y="csY1"/>
              </a:cxn>
              <a:cxn ang="0">
                <a:pos x="csX2" y="csY2"/>
              </a:cxn>
              <a:cxn ang="0">
                <a:pos x="csX3" y="csY3"/>
              </a:cxn>
              <a:cxn ang="0">
                <a:pos x="csX4" y="csY4"/>
              </a:cxn>
            </a:cxnLst>
            <a:rect l="l" t="t" r="r" b="b"/>
            <a:pathLst>
              <a:path w="6172200" h="6858000">
                <a:moveTo>
                  <a:pt x="0" y="0"/>
                </a:moveTo>
                <a:lnTo>
                  <a:pt x="2766492" y="0"/>
                </a:lnTo>
                <a:cubicBezTo>
                  <a:pt x="4647413" y="0"/>
                  <a:pt x="6172200" y="1535216"/>
                  <a:pt x="6172200" y="3429000"/>
                </a:cubicBezTo>
                <a:cubicBezTo>
                  <a:pt x="6172200" y="5322784"/>
                  <a:pt x="4647413" y="6858000"/>
                  <a:pt x="2766492" y="6858000"/>
                </a:cubicBezTo>
                <a:lnTo>
                  <a:pt x="0" y="6858000"/>
                </a:lnTo>
                <a:close/>
              </a:path>
            </a:pathLst>
          </a:custGeom>
          <a:solidFill>
            <a:schemeClr val="bg1"/>
          </a:solidFill>
        </p:spPr>
        <p:txBody>
          <a:bodyPr vert="horz" wrap="square" lIns="396000" tIns="0" rIns="252000" bIns="0" rtlCol="0" anchor="ctr">
            <a:noAutofit/>
          </a:bodyPr>
          <a:lstStyle>
            <a:lvl1pPr marL="0" indent="0" algn="l" defTabSz="914400" rtl="0" eaLnBrk="1" latinLnBrk="0" hangingPunct="1">
              <a:lnSpc>
                <a:spcPct val="90000"/>
              </a:lnSpc>
              <a:spcBef>
                <a:spcPts val="0"/>
              </a:spcBef>
              <a:spcAft>
                <a:spcPts val="4200"/>
              </a:spcAft>
              <a:buFontTx/>
              <a:buNone/>
              <a:defRPr sz="3600" b="1" kern="1200">
                <a:solidFill>
                  <a:schemeClr val="bg2"/>
                </a:solidFill>
                <a:latin typeface="Arial" panose="020B0604020202020204" pitchFamily="34" charset="0"/>
                <a:ea typeface="Arial" panose="020B0604020202020204" pitchFamily="34" charset="0"/>
                <a:cs typeface="Arial" panose="020B0604020202020204" pitchFamily="34" charset="0"/>
              </a:defRPr>
            </a:lvl1pPr>
            <a:lvl2pPr marL="0" indent="0" algn="l" defTabSz="914400" rtl="0" eaLnBrk="1" latinLnBrk="0" hangingPunct="1">
              <a:lnSpc>
                <a:spcPct val="90000"/>
              </a:lnSpc>
              <a:spcBef>
                <a:spcPts val="0"/>
              </a:spcBef>
              <a:spcAft>
                <a:spcPts val="1800"/>
              </a:spcAft>
              <a:buClr>
                <a:schemeClr val="bg2"/>
              </a:buClr>
              <a:buFontTx/>
              <a:buNone/>
              <a:defRPr sz="1600" b="0" i="0" kern="1200" cap="none" spc="0">
                <a:solidFill>
                  <a:srgbClr val="1E3246"/>
                </a:solidFill>
                <a:latin typeface="Arial" panose="020B0604020202020204" pitchFamily="34" charset="0"/>
                <a:ea typeface="Arial" panose="020B0604020202020204" pitchFamily="34" charset="0"/>
                <a:cs typeface="Arial" panose="020B0604020202020204" pitchFamily="34" charset="0"/>
              </a:defRPr>
            </a:lvl2pPr>
            <a:lvl3pPr marL="0" indent="0" algn="l" defTabSz="914400" rtl="0" eaLnBrk="1" latinLnBrk="0" hangingPunct="1">
              <a:lnSpc>
                <a:spcPct val="90000"/>
              </a:lnSpc>
              <a:spcBef>
                <a:spcPts val="0"/>
              </a:spcBef>
              <a:spcAft>
                <a:spcPts val="1800"/>
              </a:spcAft>
              <a:buFontTx/>
              <a:buNone/>
              <a:defRPr sz="1600" b="0" i="0" kern="1200" cap="none" spc="0">
                <a:solidFill>
                  <a:srgbClr val="1E3246"/>
                </a:solidFill>
                <a:latin typeface="Arial" panose="020B0604020202020204" pitchFamily="34" charset="0"/>
                <a:ea typeface="Arial" panose="020B0604020202020204" pitchFamily="34" charset="0"/>
                <a:cs typeface="Arial" panose="020B0604020202020204" pitchFamily="34" charset="0"/>
              </a:defRPr>
            </a:lvl3pPr>
            <a:lvl4pPr marL="0" indent="0" algn="l" defTabSz="914400" rtl="0" eaLnBrk="1" latinLnBrk="0" hangingPunct="1">
              <a:lnSpc>
                <a:spcPct val="90000"/>
              </a:lnSpc>
              <a:spcBef>
                <a:spcPts val="0"/>
              </a:spcBef>
              <a:spcAft>
                <a:spcPts val="1800"/>
              </a:spcAft>
              <a:buFontTx/>
              <a:buNone/>
              <a:defRPr sz="1600" b="0" i="0" kern="1200" cap="none" spc="0">
                <a:solidFill>
                  <a:srgbClr val="1E3246"/>
                </a:solidFill>
                <a:latin typeface="Arial" panose="020B0604020202020204" pitchFamily="34" charset="0"/>
                <a:ea typeface="Arial" panose="020B0604020202020204" pitchFamily="34" charset="0"/>
                <a:cs typeface="Arial" panose="020B0604020202020204" pitchFamily="34" charset="0"/>
              </a:defRPr>
            </a:lvl4pPr>
            <a:lvl5pPr marL="0" indent="0" algn="l" defTabSz="914400" rtl="0" eaLnBrk="1" latinLnBrk="0" hangingPunct="1">
              <a:lnSpc>
                <a:spcPct val="90000"/>
              </a:lnSpc>
              <a:spcBef>
                <a:spcPts val="0"/>
              </a:spcBef>
              <a:spcAft>
                <a:spcPts val="1800"/>
              </a:spcAft>
              <a:buFontTx/>
              <a:buNone/>
              <a:defRPr sz="1600" b="0" i="0" kern="1200" cap="none" spc="0">
                <a:solidFill>
                  <a:srgbClr val="1E3246"/>
                </a:solidFill>
                <a:latin typeface="Arial" panose="020B0604020202020204" pitchFamily="34" charset="0"/>
                <a:ea typeface="Arial" panose="020B0604020202020204" pitchFamily="34" charset="0"/>
                <a:cs typeface="Arial" panose="020B0604020202020204" pitchFamily="34" charset="0"/>
              </a:defRPr>
            </a:lvl5pPr>
            <a:lvl6pPr marL="0" indent="0" algn="l" defTabSz="914400" rtl="0" eaLnBrk="1" latinLnBrk="0" hangingPunct="1">
              <a:lnSpc>
                <a:spcPct val="90000"/>
              </a:lnSpc>
              <a:spcBef>
                <a:spcPts val="0"/>
              </a:spcBef>
              <a:spcAft>
                <a:spcPts val="1800"/>
              </a:spcAft>
              <a:buFontTx/>
              <a:buNone/>
              <a:defRPr sz="1600" b="0" i="0" kern="1200" cap="none" spc="0">
                <a:solidFill>
                  <a:srgbClr val="1E3246"/>
                </a:solidFill>
                <a:latin typeface="Arial" panose="020B0604020202020204" pitchFamily="34" charset="0"/>
                <a:ea typeface="Arial" panose="020B0604020202020204" pitchFamily="34" charset="0"/>
                <a:cs typeface="Arial" panose="020B0604020202020204" pitchFamily="34" charset="0"/>
              </a:defRPr>
            </a:lvl6pPr>
            <a:lvl7pPr marL="0" indent="0" algn="l" defTabSz="914400" rtl="0" eaLnBrk="1" latinLnBrk="0" hangingPunct="1">
              <a:lnSpc>
                <a:spcPct val="90000"/>
              </a:lnSpc>
              <a:spcBef>
                <a:spcPts val="0"/>
              </a:spcBef>
              <a:spcAft>
                <a:spcPts val="1800"/>
              </a:spcAft>
              <a:buFontTx/>
              <a:buNone/>
              <a:defRPr sz="1600" b="0" i="0" kern="1200" cap="none" spc="0">
                <a:solidFill>
                  <a:srgbClr val="1E3246"/>
                </a:solidFill>
                <a:latin typeface="Arial" panose="020B0604020202020204" pitchFamily="34" charset="0"/>
                <a:ea typeface="Arial" panose="020B0604020202020204" pitchFamily="34" charset="0"/>
                <a:cs typeface="Arial" panose="020B0604020202020204" pitchFamily="34" charset="0"/>
              </a:defRPr>
            </a:lvl7pPr>
            <a:lvl8pPr marL="0" indent="0" algn="l" defTabSz="914400" rtl="0" eaLnBrk="1" latinLnBrk="0" hangingPunct="1">
              <a:lnSpc>
                <a:spcPct val="90000"/>
              </a:lnSpc>
              <a:spcBef>
                <a:spcPts val="0"/>
              </a:spcBef>
              <a:spcAft>
                <a:spcPts val="1800"/>
              </a:spcAft>
              <a:buFontTx/>
              <a:buNone/>
              <a:defRPr sz="1600" b="0" i="0" kern="1200" cap="none" spc="0">
                <a:solidFill>
                  <a:srgbClr val="1E3246"/>
                </a:solidFill>
                <a:latin typeface="Arial" panose="020B0604020202020204" pitchFamily="34" charset="0"/>
                <a:ea typeface="Arial" panose="020B0604020202020204" pitchFamily="34" charset="0"/>
                <a:cs typeface="Arial" panose="020B0604020202020204" pitchFamily="34" charset="0"/>
              </a:defRPr>
            </a:lvl8pPr>
            <a:lvl9pPr marL="0" indent="0" algn="l" defTabSz="914400" rtl="0" eaLnBrk="1" latinLnBrk="0" hangingPunct="1">
              <a:lnSpc>
                <a:spcPct val="90000"/>
              </a:lnSpc>
              <a:spcBef>
                <a:spcPts val="0"/>
              </a:spcBef>
              <a:spcAft>
                <a:spcPts val="1800"/>
              </a:spcAft>
              <a:buFontTx/>
              <a:buNone/>
              <a:defRPr sz="1600" b="0" i="0" kern="1200" cap="none" spc="0">
                <a:solidFill>
                  <a:srgbClr val="1E3246"/>
                </a:solidFill>
                <a:latin typeface="Arial" panose="020B0604020202020204" pitchFamily="34" charset="0"/>
                <a:ea typeface="Arial" panose="020B0604020202020204" pitchFamily="34" charset="0"/>
                <a:cs typeface="Arial" panose="020B0604020202020204" pitchFamily="34" charset="0"/>
              </a:defRPr>
            </a:lvl9pPr>
          </a:lstStyle>
          <a:p>
            <a:endParaRPr lang="en-GB" noProof="0" dirty="0">
              <a:solidFill>
                <a:schemeClr val="tx1"/>
              </a:solidFill>
            </a:endParaRPr>
          </a:p>
        </p:txBody>
      </p:sp>
      <p:sp>
        <p:nvSpPr>
          <p:cNvPr id="3" name="Picture Placeholder 2">
            <a:extLst>
              <a:ext uri="{FF2B5EF4-FFF2-40B4-BE49-F238E27FC236}">
                <a16:creationId xmlns:a16="http://schemas.microsoft.com/office/drawing/2014/main" id="{A54DE031-9C84-0918-EF90-0D8408BC4503}"/>
              </a:ext>
            </a:extLst>
          </p:cNvPr>
          <p:cNvSpPr>
            <a:spLocks noGrp="1"/>
          </p:cNvSpPr>
          <p:nvPr>
            <p:ph type="pic" sz="quarter" idx="13" hasCustomPrompt="1"/>
          </p:nvPr>
        </p:nvSpPr>
        <p:spPr>
          <a:xfrm>
            <a:off x="6201228" y="0"/>
            <a:ext cx="5990772" cy="6857998"/>
          </a:xfrm>
          <a:custGeom>
            <a:avLst/>
            <a:gdLst>
              <a:gd name="csX0" fmla="*/ 3429000 w 5990772"/>
              <a:gd name="csY0" fmla="*/ 0 h 6857998"/>
              <a:gd name="csX1" fmla="*/ 5853669 w 5990772"/>
              <a:gd name="csY1" fmla="*/ 1004331 h 6857998"/>
              <a:gd name="csX2" fmla="*/ 5990772 w 5990772"/>
              <a:gd name="csY2" fmla="*/ 1155182 h 6857998"/>
              <a:gd name="csX3" fmla="*/ 5990772 w 5990772"/>
              <a:gd name="csY3" fmla="*/ 5702816 h 6857998"/>
              <a:gd name="csX4" fmla="*/ 5853669 w 5990772"/>
              <a:gd name="csY4" fmla="*/ 5853668 h 6857998"/>
              <a:gd name="csX5" fmla="*/ 3429000 w 5990772"/>
              <a:gd name="csY5" fmla="*/ 6857998 h 6857998"/>
              <a:gd name="csX6" fmla="*/ 0 w 5990772"/>
              <a:gd name="csY6" fmla="*/ 3428999 h 6857998"/>
              <a:gd name="csX7" fmla="*/ 3429000 w 5990772"/>
              <a:gd name="csY7" fmla="*/ 0 h 68579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990772" h="6857998">
                <a:moveTo>
                  <a:pt x="3429000" y="0"/>
                </a:moveTo>
                <a:cubicBezTo>
                  <a:pt x="4375892" y="0"/>
                  <a:pt x="5233142" y="383804"/>
                  <a:pt x="5853669" y="1004331"/>
                </a:cubicBezTo>
                <a:lnTo>
                  <a:pt x="5990772" y="1155182"/>
                </a:lnTo>
                <a:lnTo>
                  <a:pt x="5990772" y="5702816"/>
                </a:lnTo>
                <a:lnTo>
                  <a:pt x="5853669" y="5853668"/>
                </a:lnTo>
                <a:cubicBezTo>
                  <a:pt x="5233142" y="6474194"/>
                  <a:pt x="4375892" y="6857998"/>
                  <a:pt x="3429000" y="6857998"/>
                </a:cubicBezTo>
                <a:cubicBezTo>
                  <a:pt x="1535216" y="6857998"/>
                  <a:pt x="0" y="5322783"/>
                  <a:pt x="0" y="3428999"/>
                </a:cubicBezTo>
                <a:cubicBezTo>
                  <a:pt x="0" y="1535215"/>
                  <a:pt x="1535216" y="0"/>
                  <a:pt x="3429000" y="0"/>
                </a:cubicBezTo>
                <a:close/>
              </a:path>
            </a:pathLst>
          </a:custGeom>
          <a:solidFill>
            <a:schemeClr val="bg2">
              <a:lumMod val="90000"/>
            </a:schemeClr>
          </a:solidFill>
        </p:spPr>
        <p:txBody>
          <a:bodyPr wrap="square">
            <a:noAutofit/>
          </a:bodyPr>
          <a:lstStyle>
            <a:lvl1pPr marL="0" indent="0" algn="l">
              <a:lnSpc>
                <a:spcPct val="0"/>
              </a:lnSpc>
              <a:spcBef>
                <a:spcPts val="0"/>
              </a:spcBef>
              <a:spcAft>
                <a:spcPts val="0"/>
              </a:spcAft>
              <a:buFontTx/>
              <a:buNone/>
              <a:defRPr sz="100" b="0" i="0" cap="none" spc="0">
                <a:solidFill>
                  <a:schemeClr val="tx1"/>
                </a:solidFill>
                <a:latin typeface="Arial" panose="020B0604020202020204" pitchFamily="34" charset="0"/>
              </a:defRPr>
            </a:lvl1pPr>
            <a:lvl2pPr marL="0" indent="0" algn="l">
              <a:lnSpc>
                <a:spcPct val="0"/>
              </a:lnSpc>
              <a:spcBef>
                <a:spcPts val="0"/>
              </a:spcBef>
              <a:spcAft>
                <a:spcPts val="0"/>
              </a:spcAft>
              <a:buFontTx/>
              <a:buNone/>
              <a:defRPr sz="100" b="0" i="0" cap="none" spc="0">
                <a:solidFill>
                  <a:schemeClr val="tx1"/>
                </a:solidFill>
                <a:latin typeface="Arial" panose="020B0604020202020204" pitchFamily="34" charset="0"/>
              </a:defRPr>
            </a:lvl2pPr>
            <a:lvl3pPr marL="0" indent="0" algn="l">
              <a:lnSpc>
                <a:spcPct val="0"/>
              </a:lnSpc>
              <a:spcBef>
                <a:spcPts val="0"/>
              </a:spcBef>
              <a:spcAft>
                <a:spcPts val="0"/>
              </a:spcAft>
              <a:buFontTx/>
              <a:buNone/>
              <a:defRPr sz="100" b="0" i="0" cap="none" spc="0">
                <a:solidFill>
                  <a:schemeClr val="tx1"/>
                </a:solidFill>
                <a:latin typeface="Arial" panose="020B0604020202020204" pitchFamily="34" charset="0"/>
              </a:defRPr>
            </a:lvl3pPr>
            <a:lvl4pPr marL="0" indent="0" algn="l">
              <a:lnSpc>
                <a:spcPct val="0"/>
              </a:lnSpc>
              <a:spcBef>
                <a:spcPts val="0"/>
              </a:spcBef>
              <a:spcAft>
                <a:spcPts val="0"/>
              </a:spcAft>
              <a:buFontTx/>
              <a:buNone/>
              <a:defRPr sz="100" b="0" i="0" cap="none" spc="0">
                <a:solidFill>
                  <a:schemeClr val="tx1"/>
                </a:solidFill>
                <a:latin typeface="Arial" panose="020B0604020202020204" pitchFamily="34" charset="0"/>
              </a:defRPr>
            </a:lvl4pPr>
            <a:lvl5pPr marL="0" indent="0" algn="l">
              <a:lnSpc>
                <a:spcPct val="0"/>
              </a:lnSpc>
              <a:spcBef>
                <a:spcPts val="0"/>
              </a:spcBef>
              <a:spcAft>
                <a:spcPts val="0"/>
              </a:spcAft>
              <a:buFontTx/>
              <a:buNone/>
              <a:defRPr sz="100" b="0" i="0" cap="none" spc="0">
                <a:solidFill>
                  <a:schemeClr val="tx1"/>
                </a:solidFill>
                <a:latin typeface="Arial" panose="020B0604020202020204" pitchFamily="34" charset="0"/>
              </a:defRPr>
            </a:lvl5pPr>
            <a:lvl6pPr marL="0" indent="0" algn="l">
              <a:lnSpc>
                <a:spcPct val="0"/>
              </a:lnSpc>
              <a:spcBef>
                <a:spcPts val="0"/>
              </a:spcBef>
              <a:spcAft>
                <a:spcPts val="0"/>
              </a:spcAft>
              <a:buFontTx/>
              <a:buNone/>
              <a:defRPr sz="100" b="0" i="0" cap="none" spc="0">
                <a:solidFill>
                  <a:schemeClr val="tx1"/>
                </a:solidFill>
                <a:latin typeface="Arial" panose="020B0604020202020204" pitchFamily="34" charset="0"/>
              </a:defRPr>
            </a:lvl6pPr>
            <a:lvl7pPr marL="0" indent="0" algn="l">
              <a:lnSpc>
                <a:spcPct val="0"/>
              </a:lnSpc>
              <a:spcBef>
                <a:spcPts val="0"/>
              </a:spcBef>
              <a:spcAft>
                <a:spcPts val="0"/>
              </a:spcAft>
              <a:buFontTx/>
              <a:buNone/>
              <a:defRPr sz="100" b="0" i="0" cap="none" spc="0">
                <a:solidFill>
                  <a:schemeClr val="tx1"/>
                </a:solidFill>
                <a:latin typeface="Arial" panose="020B0604020202020204" pitchFamily="34" charset="0"/>
              </a:defRPr>
            </a:lvl7pPr>
            <a:lvl8pPr marL="0" indent="0" algn="l">
              <a:lnSpc>
                <a:spcPct val="0"/>
              </a:lnSpc>
              <a:spcBef>
                <a:spcPts val="0"/>
              </a:spcBef>
              <a:spcAft>
                <a:spcPts val="0"/>
              </a:spcAft>
              <a:buFontTx/>
              <a:buNone/>
              <a:defRPr sz="100" b="0" i="0" cap="none" spc="0">
                <a:solidFill>
                  <a:schemeClr val="tx1"/>
                </a:solidFill>
                <a:latin typeface="Arial" panose="020B0604020202020204" pitchFamily="34" charset="0"/>
              </a:defRPr>
            </a:lvl8pPr>
            <a:lvl9pPr marL="0" indent="0" algn="l">
              <a:lnSpc>
                <a:spcPct val="0"/>
              </a:lnSpc>
              <a:spcBef>
                <a:spcPts val="0"/>
              </a:spcBef>
              <a:spcAft>
                <a:spcPts val="0"/>
              </a:spcAft>
              <a:buFontTx/>
              <a:buNone/>
              <a:defRPr sz="100" b="0" i="0" cap="none" spc="0">
                <a:solidFill>
                  <a:schemeClr val="tx1"/>
                </a:solidFill>
                <a:latin typeface="Arial" panose="020B0604020202020204" pitchFamily="34" charset="0"/>
              </a:defRPr>
            </a:lvl9pPr>
          </a:lstStyle>
          <a:p>
            <a:r>
              <a:rPr lang="en-GB" noProof="0" dirty="0" err="1"/>
              <a:t>Cliquez</a:t>
            </a:r>
            <a:r>
              <a:rPr lang="en-GB" noProof="0" dirty="0"/>
              <a:t> sur </a:t>
            </a:r>
            <a:r>
              <a:rPr lang="en-GB" noProof="0" dirty="0" err="1"/>
              <a:t>l'icône</a:t>
            </a:r>
            <a:r>
              <a:rPr lang="en-GB" noProof="0" dirty="0"/>
              <a:t> pour </a:t>
            </a:r>
            <a:r>
              <a:rPr lang="en-GB" noProof="0" dirty="0" err="1"/>
              <a:t>ajouter</a:t>
            </a:r>
            <a:r>
              <a:rPr lang="en-GB" noProof="0" dirty="0"/>
              <a:t> </a:t>
            </a:r>
            <a:r>
              <a:rPr lang="en-GB" noProof="0" dirty="0" err="1"/>
              <a:t>une</a:t>
            </a:r>
            <a:r>
              <a:rPr lang="en-GB" noProof="0" dirty="0"/>
              <a:t> image</a:t>
            </a:r>
          </a:p>
        </p:txBody>
      </p:sp>
      <p:sp>
        <p:nvSpPr>
          <p:cNvPr id="9" name="Text Placeholder 3">
            <a:extLst>
              <a:ext uri="{FF2B5EF4-FFF2-40B4-BE49-F238E27FC236}">
                <a16:creationId xmlns:a16="http://schemas.microsoft.com/office/drawing/2014/main" id="{2DF13F6F-45D0-8DB1-16E7-BF3F21E2F50B}"/>
              </a:ext>
            </a:extLst>
          </p:cNvPr>
          <p:cNvSpPr txBox="1">
            <a:spLocks/>
          </p:cNvSpPr>
          <p:nvPr userDrawn="1"/>
        </p:nvSpPr>
        <p:spPr>
          <a:xfrm>
            <a:off x="411164" y="6151622"/>
            <a:ext cx="1751868" cy="339378"/>
          </a:xfrm>
          <a:custGeom>
            <a:avLst/>
            <a:gdLst>
              <a:gd name="csX0" fmla="*/ 1407096 w 1751868"/>
              <a:gd name="csY0" fmla="*/ 82763 h 339378"/>
              <a:gd name="csX1" fmla="*/ 1405192 w 1751868"/>
              <a:gd name="csY1" fmla="*/ 247807 h 339378"/>
              <a:gd name="csX2" fmla="*/ 1395676 w 1751868"/>
              <a:gd name="csY2" fmla="*/ 247807 h 339378"/>
              <a:gd name="csX3" fmla="*/ 1389830 w 1751868"/>
              <a:gd name="csY3" fmla="*/ 101117 h 339378"/>
              <a:gd name="csX4" fmla="*/ 105445 w 1751868"/>
              <a:gd name="csY4" fmla="*/ 31509 h 339378"/>
              <a:gd name="csX5" fmla="*/ 182583 w 1751868"/>
              <a:gd name="csY5" fmla="*/ 31509 h 339378"/>
              <a:gd name="csX6" fmla="*/ 296102 w 1751868"/>
              <a:gd name="csY6" fmla="*/ 307083 h 339378"/>
              <a:gd name="csX7" fmla="*/ 230437 w 1751868"/>
              <a:gd name="csY7" fmla="*/ 307083 h 339378"/>
              <a:gd name="csX8" fmla="*/ 144244 w 1751868"/>
              <a:gd name="csY8" fmla="*/ 97854 h 339378"/>
              <a:gd name="csX9" fmla="*/ 99787 w 1751868"/>
              <a:gd name="csY9" fmla="*/ 214364 h 339378"/>
              <a:gd name="csX10" fmla="*/ 168444 w 1751868"/>
              <a:gd name="csY10" fmla="*/ 205934 h 339378"/>
              <a:gd name="csX11" fmla="*/ 178503 w 1751868"/>
              <a:gd name="csY11" fmla="*/ 230813 h 339378"/>
              <a:gd name="csX12" fmla="*/ 65800 w 1751868"/>
              <a:gd name="csY12" fmla="*/ 306946 h 339378"/>
              <a:gd name="csX13" fmla="*/ 0 w 1751868"/>
              <a:gd name="csY13" fmla="*/ 306946 h 339378"/>
              <a:gd name="csX14" fmla="*/ 1472215 w 1751868"/>
              <a:gd name="csY14" fmla="*/ 31372 h 339378"/>
              <a:gd name="csX15" fmla="*/ 1533258 w 1751868"/>
              <a:gd name="csY15" fmla="*/ 31372 h 339378"/>
              <a:gd name="csX16" fmla="*/ 1611702 w 1751868"/>
              <a:gd name="csY16" fmla="*/ 136056 h 339378"/>
              <a:gd name="csX17" fmla="*/ 1691233 w 1751868"/>
              <a:gd name="csY17" fmla="*/ 31372 h 339378"/>
              <a:gd name="csX18" fmla="*/ 1691368 w 1751868"/>
              <a:gd name="csY18" fmla="*/ 31372 h 339378"/>
              <a:gd name="csX19" fmla="*/ 1751868 w 1751868"/>
              <a:gd name="csY19" fmla="*/ 31372 h 339378"/>
              <a:gd name="csX20" fmla="*/ 1751868 w 1751868"/>
              <a:gd name="csY20" fmla="*/ 306946 h 339378"/>
              <a:gd name="csX21" fmla="*/ 1682124 w 1751868"/>
              <a:gd name="csY21" fmla="*/ 306946 h 339378"/>
              <a:gd name="csX22" fmla="*/ 1682124 w 1751868"/>
              <a:gd name="csY22" fmla="*/ 138639 h 339378"/>
              <a:gd name="csX23" fmla="*/ 1617004 w 1751868"/>
              <a:gd name="csY23" fmla="*/ 227688 h 339378"/>
              <a:gd name="csX24" fmla="*/ 1607079 w 1751868"/>
              <a:gd name="csY24" fmla="*/ 227688 h 339378"/>
              <a:gd name="csX25" fmla="*/ 1541822 w 1751868"/>
              <a:gd name="csY25" fmla="*/ 138639 h 339378"/>
              <a:gd name="csX26" fmla="*/ 1541822 w 1751868"/>
              <a:gd name="csY26" fmla="*/ 306946 h 339378"/>
              <a:gd name="csX27" fmla="*/ 1472215 w 1751868"/>
              <a:gd name="csY27" fmla="*/ 306946 h 339378"/>
              <a:gd name="csX28" fmla="*/ 789740 w 1751868"/>
              <a:gd name="csY28" fmla="*/ 31372 h 339378"/>
              <a:gd name="csX29" fmla="*/ 1040977 w 1751868"/>
              <a:gd name="csY29" fmla="*/ 31372 h 339378"/>
              <a:gd name="csX30" fmla="*/ 1040977 w 1751868"/>
              <a:gd name="csY30" fmla="*/ 84665 h 339378"/>
              <a:gd name="csX31" fmla="*/ 950027 w 1751868"/>
              <a:gd name="csY31" fmla="*/ 84665 h 339378"/>
              <a:gd name="csX32" fmla="*/ 950027 w 1751868"/>
              <a:gd name="csY32" fmla="*/ 306811 h 339378"/>
              <a:gd name="csX33" fmla="*/ 880420 w 1751868"/>
              <a:gd name="csY33" fmla="*/ 306811 h 339378"/>
              <a:gd name="csX34" fmla="*/ 880420 w 1751868"/>
              <a:gd name="csY34" fmla="*/ 84665 h 339378"/>
              <a:gd name="csX35" fmla="*/ 789877 w 1751868"/>
              <a:gd name="csY35" fmla="*/ 84665 h 339378"/>
              <a:gd name="csX36" fmla="*/ 789740 w 1751868"/>
              <a:gd name="csY36" fmla="*/ 84665 h 339378"/>
              <a:gd name="csX37" fmla="*/ 340013 w 1751868"/>
              <a:gd name="csY37" fmla="*/ 31372 h 339378"/>
              <a:gd name="csX38" fmla="*/ 407989 w 1751868"/>
              <a:gd name="csY38" fmla="*/ 31372 h 339378"/>
              <a:gd name="csX39" fmla="*/ 407989 w 1751868"/>
              <a:gd name="csY39" fmla="*/ 253382 h 339378"/>
              <a:gd name="csX40" fmla="*/ 532520 w 1751868"/>
              <a:gd name="csY40" fmla="*/ 253382 h 339378"/>
              <a:gd name="csX41" fmla="*/ 532520 w 1751868"/>
              <a:gd name="csY41" fmla="*/ 306946 h 339378"/>
              <a:gd name="csX42" fmla="*/ 340013 w 1751868"/>
              <a:gd name="csY42" fmla="*/ 306946 h 339378"/>
              <a:gd name="csX43" fmla="*/ 105498 w 1751868"/>
              <a:gd name="csY43" fmla="*/ 31372 h 339378"/>
              <a:gd name="csX44" fmla="*/ 105445 w 1751868"/>
              <a:gd name="csY44" fmla="*/ 31509 h 339378"/>
              <a:gd name="csX45" fmla="*/ 105362 w 1751868"/>
              <a:gd name="csY45" fmla="*/ 31509 h 339378"/>
              <a:gd name="csX46" fmla="*/ 681660 w 1751868"/>
              <a:gd name="csY46" fmla="*/ 19681 h 339378"/>
              <a:gd name="csX47" fmla="*/ 756024 w 1751868"/>
              <a:gd name="csY47" fmla="*/ 34364 h 339378"/>
              <a:gd name="csX48" fmla="*/ 751538 w 1751868"/>
              <a:gd name="csY48" fmla="*/ 88745 h 339378"/>
              <a:gd name="csX49" fmla="*/ 622929 w 1751868"/>
              <a:gd name="csY49" fmla="*/ 102067 h 339378"/>
              <a:gd name="csX50" fmla="*/ 622792 w 1751868"/>
              <a:gd name="csY50" fmla="*/ 102067 h 339378"/>
              <a:gd name="csX51" fmla="*/ 772202 w 1751868"/>
              <a:gd name="csY51" fmla="*/ 222385 h 339378"/>
              <a:gd name="csX52" fmla="*/ 647127 w 1751868"/>
              <a:gd name="csY52" fmla="*/ 315920 h 339378"/>
              <a:gd name="csX53" fmla="*/ 562565 w 1751868"/>
              <a:gd name="csY53" fmla="*/ 303683 h 339378"/>
              <a:gd name="csX54" fmla="*/ 569092 w 1751868"/>
              <a:gd name="csY54" fmla="*/ 244544 h 339378"/>
              <a:gd name="csX55" fmla="*/ 647127 w 1751868"/>
              <a:gd name="csY55" fmla="*/ 259772 h 339378"/>
              <a:gd name="csX56" fmla="*/ 708713 w 1751868"/>
              <a:gd name="csY56" fmla="*/ 232717 h 339378"/>
              <a:gd name="csX57" fmla="*/ 559847 w 1751868"/>
              <a:gd name="csY57" fmla="*/ 109138 h 339378"/>
              <a:gd name="csX58" fmla="*/ 681660 w 1751868"/>
              <a:gd name="csY58" fmla="*/ 19681 h 339378"/>
              <a:gd name="csX59" fmla="*/ 1218515 w 1751868"/>
              <a:gd name="csY59" fmla="*/ 1736 h 339378"/>
              <a:gd name="csX60" fmla="*/ 1335722 w 1751868"/>
              <a:gd name="csY60" fmla="*/ 24440 h 339378"/>
              <a:gd name="csX61" fmla="*/ 1328515 w 1751868"/>
              <a:gd name="csY61" fmla="*/ 32460 h 339378"/>
              <a:gd name="csX62" fmla="*/ 1327836 w 1751868"/>
              <a:gd name="csY62" fmla="*/ 31645 h 339378"/>
              <a:gd name="csX63" fmla="*/ 1156946 w 1751868"/>
              <a:gd name="csY63" fmla="*/ 62913 h 339378"/>
              <a:gd name="csX64" fmla="*/ 1153547 w 1751868"/>
              <a:gd name="csY64" fmla="*/ 66584 h 339378"/>
              <a:gd name="csX65" fmla="*/ 1162519 w 1751868"/>
              <a:gd name="csY65" fmla="*/ 267113 h 339378"/>
              <a:gd name="csX66" fmla="*/ 1175843 w 1751868"/>
              <a:gd name="csY66" fmla="*/ 253382 h 339378"/>
              <a:gd name="csX67" fmla="*/ 1242187 w 1751868"/>
              <a:gd name="csY67" fmla="*/ 278124 h 339378"/>
              <a:gd name="csX68" fmla="*/ 1332459 w 1751868"/>
              <a:gd name="csY68" fmla="*/ 184998 h 339378"/>
              <a:gd name="csX69" fmla="*/ 1237293 w 1751868"/>
              <a:gd name="csY69" fmla="*/ 96902 h 339378"/>
              <a:gd name="csX70" fmla="*/ 1146614 w 1751868"/>
              <a:gd name="csY70" fmla="*/ 186901 h 339378"/>
              <a:gd name="csX71" fmla="*/ 1137233 w 1751868"/>
              <a:gd name="csY71" fmla="*/ 187173 h 339378"/>
              <a:gd name="csX72" fmla="*/ 1170812 w 1751868"/>
              <a:gd name="csY72" fmla="*/ 87384 h 339378"/>
              <a:gd name="csX73" fmla="*/ 1340752 w 1751868"/>
              <a:gd name="csY73" fmla="*/ 83307 h 339378"/>
              <a:gd name="csX74" fmla="*/ 1331371 w 1751868"/>
              <a:gd name="csY74" fmla="*/ 93231 h 339378"/>
              <a:gd name="csX75" fmla="*/ 1331234 w 1751868"/>
              <a:gd name="csY75" fmla="*/ 93231 h 339378"/>
              <a:gd name="csX76" fmla="*/ 1376643 w 1751868"/>
              <a:gd name="csY76" fmla="*/ 193020 h 339378"/>
              <a:gd name="csX77" fmla="*/ 1234030 w 1751868"/>
              <a:gd name="csY77" fmla="*/ 339303 h 339378"/>
              <a:gd name="csX78" fmla="*/ 1130164 w 1751868"/>
              <a:gd name="csY78" fmla="*/ 299876 h 339378"/>
              <a:gd name="csX79" fmla="*/ 1116704 w 1751868"/>
              <a:gd name="csY79" fmla="*/ 313607 h 339378"/>
              <a:gd name="csX80" fmla="*/ 1109770 w 1751868"/>
              <a:gd name="csY80" fmla="*/ 56525 h 339378"/>
              <a:gd name="csX81" fmla="*/ 1218515 w 1751868"/>
              <a:gd name="csY81" fmla="*/ 1736 h 3393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Lst>
            <a:rect l="l" t="t" r="r" b="b"/>
            <a:pathLst>
              <a:path w="1751868" h="339378">
                <a:moveTo>
                  <a:pt x="1407096" y="82763"/>
                </a:moveTo>
                <a:cubicBezTo>
                  <a:pt x="1436869" y="132657"/>
                  <a:pt x="1437413" y="195330"/>
                  <a:pt x="1405192" y="247807"/>
                </a:cubicBezTo>
                <a:lnTo>
                  <a:pt x="1395676" y="247807"/>
                </a:lnTo>
                <a:cubicBezTo>
                  <a:pt x="1421643" y="201040"/>
                  <a:pt x="1417699" y="145028"/>
                  <a:pt x="1389830" y="101117"/>
                </a:cubicBezTo>
                <a:close/>
                <a:moveTo>
                  <a:pt x="105445" y="31509"/>
                </a:moveTo>
                <a:lnTo>
                  <a:pt x="182583" y="31509"/>
                </a:lnTo>
                <a:lnTo>
                  <a:pt x="296102" y="307083"/>
                </a:lnTo>
                <a:lnTo>
                  <a:pt x="230437" y="307083"/>
                </a:lnTo>
                <a:lnTo>
                  <a:pt x="144244" y="97854"/>
                </a:lnTo>
                <a:lnTo>
                  <a:pt x="99787" y="214364"/>
                </a:lnTo>
                <a:cubicBezTo>
                  <a:pt x="118005" y="206479"/>
                  <a:pt x="148050" y="203216"/>
                  <a:pt x="168444" y="205934"/>
                </a:cubicBezTo>
                <a:lnTo>
                  <a:pt x="178503" y="230813"/>
                </a:lnTo>
                <a:cubicBezTo>
                  <a:pt x="129969" y="235028"/>
                  <a:pt x="77764" y="266025"/>
                  <a:pt x="65800" y="306946"/>
                </a:cubicBezTo>
                <a:lnTo>
                  <a:pt x="0" y="306946"/>
                </a:lnTo>
                <a:close/>
                <a:moveTo>
                  <a:pt x="1472215" y="31372"/>
                </a:moveTo>
                <a:lnTo>
                  <a:pt x="1533258" y="31372"/>
                </a:lnTo>
                <a:lnTo>
                  <a:pt x="1611702" y="136056"/>
                </a:lnTo>
                <a:lnTo>
                  <a:pt x="1691233" y="31372"/>
                </a:lnTo>
                <a:lnTo>
                  <a:pt x="1691368" y="31372"/>
                </a:lnTo>
                <a:lnTo>
                  <a:pt x="1751868" y="31372"/>
                </a:lnTo>
                <a:lnTo>
                  <a:pt x="1751868" y="306946"/>
                </a:lnTo>
                <a:lnTo>
                  <a:pt x="1682124" y="306946"/>
                </a:lnTo>
                <a:lnTo>
                  <a:pt x="1682124" y="138639"/>
                </a:lnTo>
                <a:lnTo>
                  <a:pt x="1617004" y="227688"/>
                </a:lnTo>
                <a:lnTo>
                  <a:pt x="1607079" y="227688"/>
                </a:lnTo>
                <a:lnTo>
                  <a:pt x="1541822" y="138639"/>
                </a:lnTo>
                <a:lnTo>
                  <a:pt x="1541822" y="306946"/>
                </a:lnTo>
                <a:lnTo>
                  <a:pt x="1472215" y="306946"/>
                </a:lnTo>
                <a:close/>
                <a:moveTo>
                  <a:pt x="789740" y="31372"/>
                </a:moveTo>
                <a:lnTo>
                  <a:pt x="1040977" y="31372"/>
                </a:lnTo>
                <a:lnTo>
                  <a:pt x="1040977" y="84665"/>
                </a:lnTo>
                <a:lnTo>
                  <a:pt x="950027" y="84665"/>
                </a:lnTo>
                <a:lnTo>
                  <a:pt x="950027" y="306811"/>
                </a:lnTo>
                <a:lnTo>
                  <a:pt x="880420" y="306811"/>
                </a:lnTo>
                <a:lnTo>
                  <a:pt x="880420" y="84665"/>
                </a:lnTo>
                <a:lnTo>
                  <a:pt x="789877" y="84665"/>
                </a:lnTo>
                <a:lnTo>
                  <a:pt x="789740" y="84665"/>
                </a:lnTo>
                <a:close/>
                <a:moveTo>
                  <a:pt x="340013" y="31372"/>
                </a:moveTo>
                <a:lnTo>
                  <a:pt x="407989" y="31372"/>
                </a:lnTo>
                <a:lnTo>
                  <a:pt x="407989" y="253382"/>
                </a:lnTo>
                <a:lnTo>
                  <a:pt x="532520" y="253382"/>
                </a:lnTo>
                <a:lnTo>
                  <a:pt x="532520" y="306946"/>
                </a:lnTo>
                <a:lnTo>
                  <a:pt x="340013" y="306946"/>
                </a:lnTo>
                <a:close/>
                <a:moveTo>
                  <a:pt x="105498" y="31372"/>
                </a:moveTo>
                <a:lnTo>
                  <a:pt x="105445" y="31509"/>
                </a:lnTo>
                <a:lnTo>
                  <a:pt x="105362" y="31509"/>
                </a:lnTo>
                <a:close/>
                <a:moveTo>
                  <a:pt x="681660" y="19681"/>
                </a:moveTo>
                <a:cubicBezTo>
                  <a:pt x="708442" y="19681"/>
                  <a:pt x="743652" y="28926"/>
                  <a:pt x="756024" y="34364"/>
                </a:cubicBezTo>
                <a:lnTo>
                  <a:pt x="751538" y="88745"/>
                </a:lnTo>
                <a:cubicBezTo>
                  <a:pt x="673230" y="60602"/>
                  <a:pt x="622929" y="79908"/>
                  <a:pt x="622929" y="102067"/>
                </a:cubicBezTo>
                <a:lnTo>
                  <a:pt x="622792" y="102067"/>
                </a:lnTo>
                <a:cubicBezTo>
                  <a:pt x="622792" y="152641"/>
                  <a:pt x="772202" y="123956"/>
                  <a:pt x="772202" y="222385"/>
                </a:cubicBezTo>
                <a:cubicBezTo>
                  <a:pt x="771931" y="296070"/>
                  <a:pt x="710344" y="315920"/>
                  <a:pt x="647127" y="315920"/>
                </a:cubicBezTo>
                <a:cubicBezTo>
                  <a:pt x="620754" y="315920"/>
                  <a:pt x="587853" y="311840"/>
                  <a:pt x="562565" y="303683"/>
                </a:cubicBezTo>
                <a:lnTo>
                  <a:pt x="569092" y="244544"/>
                </a:lnTo>
                <a:cubicBezTo>
                  <a:pt x="587988" y="253518"/>
                  <a:pt x="615995" y="259772"/>
                  <a:pt x="647127" y="259772"/>
                </a:cubicBezTo>
                <a:cubicBezTo>
                  <a:pt x="674590" y="259772"/>
                  <a:pt x="707081" y="254470"/>
                  <a:pt x="708713" y="232717"/>
                </a:cubicBezTo>
                <a:cubicBezTo>
                  <a:pt x="713063" y="176705"/>
                  <a:pt x="559847" y="211780"/>
                  <a:pt x="559847" y="109138"/>
                </a:cubicBezTo>
                <a:cubicBezTo>
                  <a:pt x="559847" y="40754"/>
                  <a:pt x="624560" y="19681"/>
                  <a:pt x="681660" y="19681"/>
                </a:cubicBezTo>
                <a:close/>
                <a:moveTo>
                  <a:pt x="1218515" y="1736"/>
                </a:moveTo>
                <a:cubicBezTo>
                  <a:pt x="1258535" y="-3737"/>
                  <a:pt x="1299966" y="3707"/>
                  <a:pt x="1335722" y="24440"/>
                </a:cubicBezTo>
                <a:lnTo>
                  <a:pt x="1328515" y="32460"/>
                </a:lnTo>
                <a:lnTo>
                  <a:pt x="1327836" y="31645"/>
                </a:lnTo>
                <a:cubicBezTo>
                  <a:pt x="1271689" y="5678"/>
                  <a:pt x="1202217" y="16283"/>
                  <a:pt x="1156946" y="62913"/>
                </a:cubicBezTo>
                <a:cubicBezTo>
                  <a:pt x="1155858" y="64138"/>
                  <a:pt x="1154635" y="65361"/>
                  <a:pt x="1153547" y="66584"/>
                </a:cubicBezTo>
                <a:cubicBezTo>
                  <a:pt x="1100661" y="124500"/>
                  <a:pt x="1104741" y="214228"/>
                  <a:pt x="1162519" y="267113"/>
                </a:cubicBezTo>
                <a:lnTo>
                  <a:pt x="1175843" y="253382"/>
                </a:lnTo>
                <a:cubicBezTo>
                  <a:pt x="1193924" y="269967"/>
                  <a:pt x="1217716" y="278804"/>
                  <a:pt x="1242187" y="278124"/>
                </a:cubicBezTo>
                <a:cubicBezTo>
                  <a:pt x="1293576" y="276765"/>
                  <a:pt x="1333818" y="235299"/>
                  <a:pt x="1332459" y="184998"/>
                </a:cubicBezTo>
                <a:cubicBezTo>
                  <a:pt x="1331371" y="134832"/>
                  <a:pt x="1288682" y="95541"/>
                  <a:pt x="1237293" y="96902"/>
                </a:cubicBezTo>
                <a:cubicBezTo>
                  <a:pt x="1186991" y="97989"/>
                  <a:pt x="1147157" y="138095"/>
                  <a:pt x="1146614" y="186901"/>
                </a:cubicBezTo>
                <a:lnTo>
                  <a:pt x="1137233" y="187173"/>
                </a:lnTo>
                <a:cubicBezTo>
                  <a:pt x="1131114" y="152234"/>
                  <a:pt x="1143759" y="115118"/>
                  <a:pt x="1170812" y="87384"/>
                </a:cubicBezTo>
                <a:cubicBezTo>
                  <a:pt x="1216085" y="40890"/>
                  <a:pt x="1293849" y="39938"/>
                  <a:pt x="1340752" y="83307"/>
                </a:cubicBezTo>
                <a:lnTo>
                  <a:pt x="1331371" y="93231"/>
                </a:lnTo>
                <a:lnTo>
                  <a:pt x="1331234" y="93231"/>
                </a:lnTo>
                <a:cubicBezTo>
                  <a:pt x="1359241" y="118925"/>
                  <a:pt x="1375691" y="154953"/>
                  <a:pt x="1376643" y="193020"/>
                </a:cubicBezTo>
                <a:cubicBezTo>
                  <a:pt x="1378682" y="271734"/>
                  <a:pt x="1314785" y="337128"/>
                  <a:pt x="1234030" y="339303"/>
                </a:cubicBezTo>
                <a:cubicBezTo>
                  <a:pt x="1194060" y="340526"/>
                  <a:pt x="1159665" y="326931"/>
                  <a:pt x="1130164" y="299876"/>
                </a:cubicBezTo>
                <a:lnTo>
                  <a:pt x="1116704" y="313607"/>
                </a:lnTo>
                <a:cubicBezTo>
                  <a:pt x="1041930" y="244408"/>
                  <a:pt x="1038667" y="129394"/>
                  <a:pt x="1109770" y="56525"/>
                </a:cubicBezTo>
                <a:cubicBezTo>
                  <a:pt x="1139884" y="25596"/>
                  <a:pt x="1178494" y="7208"/>
                  <a:pt x="1218515" y="1736"/>
                </a:cubicBezTo>
                <a:close/>
              </a:path>
            </a:pathLst>
          </a:custGeom>
          <a:blipFill>
            <a:blip>
              <a:extLst>
                <a:ext uri="{96DAC541-7B7A-43D3-8B79-37D633B846F1}">
                  <asvg:svgBlip xmlns:asvg="http://schemas.microsoft.com/office/drawing/2016/SVG/main" r:embed="rId2"/>
                </a:ext>
              </a:extLst>
            </a:blip>
            <a:stretch>
              <a:fillRect/>
            </a:stretch>
          </a:blipFill>
        </p:spPr>
        <p:txBody>
          <a:bodyPr vert="horz" wrap="square" lIns="0" tIns="0" rIns="0" bIns="0" rtlCol="0">
            <a:noAutofit/>
          </a:bodyPr>
          <a:lstStyle>
            <a:lvl1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1pPr>
            <a:lvl2pPr marL="0" indent="0" algn="l" defTabSz="914400" rtl="0" eaLnBrk="1" latinLnBrk="0" hangingPunct="1">
              <a:lnSpc>
                <a:spcPct val="0"/>
              </a:lnSpc>
              <a:spcBef>
                <a:spcPts val="0"/>
              </a:spcBef>
              <a:spcAft>
                <a:spcPts val="0"/>
              </a:spcAft>
              <a:buClr>
                <a:schemeClr val="bg2"/>
              </a:buClr>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2pPr>
            <a:lvl3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3pPr>
            <a:lvl4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4pPr>
            <a:lvl5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5pPr>
            <a:lvl6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6pPr>
            <a:lvl7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7pPr>
            <a:lvl8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8pPr>
            <a:lvl9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9pPr>
          </a:lstStyle>
          <a:p>
            <a:r>
              <a:rPr lang="en-GB" noProof="0" dirty="0">
                <a:solidFill>
                  <a:schemeClr val="tx1"/>
                </a:solidFill>
              </a:rPr>
              <a:t>1</a:t>
            </a:r>
          </a:p>
        </p:txBody>
      </p:sp>
      <p:sp>
        <p:nvSpPr>
          <p:cNvPr id="2" name="Text Placeholder 4">
            <a:extLst>
              <a:ext uri="{FF2B5EF4-FFF2-40B4-BE49-F238E27FC236}">
                <a16:creationId xmlns:a16="http://schemas.microsoft.com/office/drawing/2014/main" id="{65F18550-52A6-65BB-73CF-5A8626947A7C}"/>
              </a:ext>
              <a:ext uri="{C183D7F6-B498-43B3-948B-1728B52AA6E4}">
                <adec:decorative xmlns:adec="http://schemas.microsoft.com/office/drawing/2017/decorative" val="1"/>
              </a:ext>
            </a:extLst>
          </p:cNvPr>
          <p:cNvSpPr txBox="1">
            <a:spLocks/>
          </p:cNvSpPr>
          <p:nvPr userDrawn="1"/>
        </p:nvSpPr>
        <p:spPr>
          <a:xfrm>
            <a:off x="411165" y="1336928"/>
            <a:ext cx="1676095" cy="107302"/>
          </a:xfrm>
          <a:custGeom>
            <a:avLst/>
            <a:gdLst>
              <a:gd name="csX0" fmla="*/ 0 w 1676095"/>
              <a:gd name="csY0" fmla="*/ 53650 h 107302"/>
              <a:gd name="csX1" fmla="*/ 0 w 1676095"/>
              <a:gd name="csY1" fmla="*/ 53651 h 107302"/>
              <a:gd name="csX2" fmla="*/ 0 w 1676095"/>
              <a:gd name="csY2" fmla="*/ 53651 h 107302"/>
              <a:gd name="csX3" fmla="*/ 53651 w 1676095"/>
              <a:gd name="csY3" fmla="*/ 0 h 107302"/>
              <a:gd name="csX4" fmla="*/ 1622444 w 1676095"/>
              <a:gd name="csY4" fmla="*/ 0 h 107302"/>
              <a:gd name="csX5" fmla="*/ 1676095 w 1676095"/>
              <a:gd name="csY5" fmla="*/ 53651 h 107302"/>
              <a:gd name="csX6" fmla="*/ 1676094 w 1676095"/>
              <a:gd name="csY6" fmla="*/ 53651 h 107302"/>
              <a:gd name="csX7" fmla="*/ 1622443 w 1676095"/>
              <a:gd name="csY7" fmla="*/ 107302 h 107302"/>
              <a:gd name="csX8" fmla="*/ 53651 w 1676095"/>
              <a:gd name="csY8" fmla="*/ 107301 h 107302"/>
              <a:gd name="csX9" fmla="*/ 15714 w 1676095"/>
              <a:gd name="csY9" fmla="*/ 91587 h 107302"/>
              <a:gd name="csX10" fmla="*/ 0 w 1676095"/>
              <a:gd name="csY10" fmla="*/ 53651 h 107302"/>
              <a:gd name="csX11" fmla="*/ 15714 w 1676095"/>
              <a:gd name="csY11" fmla="*/ 15714 h 107302"/>
              <a:gd name="csX12" fmla="*/ 53651 w 1676095"/>
              <a:gd name="csY12" fmla="*/ 0 h 1073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76095" h="107302">
                <a:moveTo>
                  <a:pt x="0" y="53650"/>
                </a:moveTo>
                <a:lnTo>
                  <a:pt x="0" y="53651"/>
                </a:lnTo>
                <a:lnTo>
                  <a:pt x="0" y="53651"/>
                </a:lnTo>
                <a:close/>
                <a:moveTo>
                  <a:pt x="53651" y="0"/>
                </a:moveTo>
                <a:lnTo>
                  <a:pt x="1622444" y="0"/>
                </a:lnTo>
                <a:cubicBezTo>
                  <a:pt x="1652075" y="0"/>
                  <a:pt x="1676095" y="24020"/>
                  <a:pt x="1676095" y="53651"/>
                </a:cubicBezTo>
                <a:lnTo>
                  <a:pt x="1676094" y="53651"/>
                </a:lnTo>
                <a:cubicBezTo>
                  <a:pt x="1676094" y="83282"/>
                  <a:pt x="1652074" y="107302"/>
                  <a:pt x="1622443" y="107302"/>
                </a:cubicBezTo>
                <a:lnTo>
                  <a:pt x="53651" y="107301"/>
                </a:lnTo>
                <a:cubicBezTo>
                  <a:pt x="38836" y="107301"/>
                  <a:pt x="25423" y="101296"/>
                  <a:pt x="15714" y="91587"/>
                </a:cubicBezTo>
                <a:lnTo>
                  <a:pt x="0" y="53651"/>
                </a:lnTo>
                <a:lnTo>
                  <a:pt x="15714" y="15714"/>
                </a:lnTo>
                <a:cubicBezTo>
                  <a:pt x="25423" y="6005"/>
                  <a:pt x="38836" y="0"/>
                  <a:pt x="53651" y="0"/>
                </a:cubicBezTo>
                <a:close/>
              </a:path>
            </a:pathLst>
          </a:custGeom>
          <a:gradFill>
            <a:gsLst>
              <a:gs pos="62000">
                <a:srgbClr val="DC3223">
                  <a:alpha val="59827"/>
                </a:srgbClr>
              </a:gs>
              <a:gs pos="14000">
                <a:srgbClr val="DC3223">
                  <a:alpha val="0"/>
                </a:srgbClr>
              </a:gs>
              <a:gs pos="100000">
                <a:srgbClr val="DC3223"/>
              </a:gs>
            </a:gsLst>
            <a:lin ang="12000000" scaled="0"/>
          </a:gradFill>
        </p:spPr>
        <p:txBody>
          <a:bodyPr vert="horz" wrap="square" lIns="0" tIns="0" rIns="0" bIns="0" rtlCol="0">
            <a:noAutofit/>
          </a:bodyPr>
          <a:lstStyle>
            <a:lvl1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1pPr>
            <a:lvl2pPr marL="0" indent="0" algn="l" defTabSz="914400" rtl="0" eaLnBrk="1" latinLnBrk="0" hangingPunct="1">
              <a:lnSpc>
                <a:spcPct val="0"/>
              </a:lnSpc>
              <a:spcBef>
                <a:spcPts val="0"/>
              </a:spcBef>
              <a:spcAft>
                <a:spcPts val="0"/>
              </a:spcAft>
              <a:buClr>
                <a:schemeClr val="bg2"/>
              </a:buClr>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2pPr>
            <a:lvl3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3pPr>
            <a:lvl4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4pPr>
            <a:lvl5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5pPr>
            <a:lvl6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6pPr>
            <a:lvl7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7pPr>
            <a:lvl8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8pPr>
            <a:lvl9pPr marL="0" indent="0" algn="l" defTabSz="914400" rtl="0" eaLnBrk="1" latinLnBrk="0" hangingPunct="1">
              <a:lnSpc>
                <a:spcPct val="0"/>
              </a:lnSpc>
              <a:spcBef>
                <a:spcPts val="0"/>
              </a:spcBef>
              <a:spcAft>
                <a:spcPts val="0"/>
              </a:spcAft>
              <a:buFontTx/>
              <a:buNone/>
              <a:defRPr sz="100" b="0" i="0" kern="1200" cap="none" spc="0">
                <a:noFill/>
                <a:latin typeface="Arial" panose="020B0604020202020204" pitchFamily="34" charset="0"/>
                <a:ea typeface="Arial" panose="020B0604020202020204" pitchFamily="34" charset="0"/>
                <a:cs typeface="Arial" panose="020B0604020202020204" pitchFamily="34" charset="0"/>
              </a:defRPr>
            </a:lvl9pPr>
          </a:lstStyle>
          <a:p>
            <a:endParaRPr lang="en-GB" noProof="0" dirty="0">
              <a:solidFill>
                <a:schemeClr val="tx1"/>
              </a:solidFill>
            </a:endParaRPr>
          </a:p>
        </p:txBody>
      </p:sp>
      <p:sp>
        <p:nvSpPr>
          <p:cNvPr id="4" name="Text Placeholder 9">
            <a:extLst>
              <a:ext uri="{FF2B5EF4-FFF2-40B4-BE49-F238E27FC236}">
                <a16:creationId xmlns:a16="http://schemas.microsoft.com/office/drawing/2014/main" id="{53F57949-C11E-3723-3D7E-1EAD78621DED}"/>
              </a:ext>
            </a:extLst>
          </p:cNvPr>
          <p:cNvSpPr>
            <a:spLocks noGrp="1"/>
          </p:cNvSpPr>
          <p:nvPr>
            <p:ph type="body" sz="quarter" idx="11" hasCustomPrompt="1"/>
          </p:nvPr>
        </p:nvSpPr>
        <p:spPr>
          <a:xfrm>
            <a:off x="411163" y="3812909"/>
            <a:ext cx="5151436" cy="707886"/>
          </a:xfrm>
          <a:prstGeom prst="rect">
            <a:avLst/>
          </a:prstGeom>
          <a:noFill/>
        </p:spPr>
        <p:txBody>
          <a:bodyPr wrap="square" lIns="0" rIns="252000" anchor="t">
            <a:spAutoFit/>
          </a:bodyPr>
          <a:lstStyle>
            <a:lvl1pPr>
              <a:spcBef>
                <a:spcPts val="1200"/>
              </a:spcBef>
              <a:spcAft>
                <a:spcPts val="0"/>
              </a:spcAft>
              <a:buFontTx/>
              <a:buNone/>
              <a:defRPr lang="pt-PT" sz="1800" b="0" i="0" kern="1200" cap="none" spc="0" dirty="0" err="1">
                <a:solidFill>
                  <a:schemeClr val="tx1"/>
                </a:solidFill>
                <a:latin typeface="Arial" panose="020B0604020202020204" pitchFamily="34" charset="0"/>
                <a:ea typeface="Arial" panose="020B0604020202020204" pitchFamily="34" charset="0"/>
                <a:cs typeface="Arial" panose="020B0604020202020204" pitchFamily="34" charset="0"/>
              </a:defRPr>
            </a:lvl1pPr>
            <a:lvl2pPr marL="0" indent="0" algn="l">
              <a:lnSpc>
                <a:spcPct val="100000"/>
              </a:lnSpc>
              <a:spcBef>
                <a:spcPts val="1200"/>
              </a:spcBef>
              <a:spcAft>
                <a:spcPts val="0"/>
              </a:spcAft>
              <a:buFontTx/>
              <a:buNone/>
              <a:defRPr lang="pt-PT" sz="1800" b="0" i="0" kern="1200" cap="none" spc="0" dirty="0" err="1">
                <a:solidFill>
                  <a:schemeClr val="tx1"/>
                </a:solidFill>
                <a:latin typeface="Arial" panose="020B0604020202020204" pitchFamily="34" charset="0"/>
                <a:ea typeface="Arial" panose="020B0604020202020204" pitchFamily="34" charset="0"/>
                <a:cs typeface="Arial" panose="020B0604020202020204" pitchFamily="34" charset="0"/>
              </a:defRPr>
            </a:lvl2pPr>
            <a:lvl3pPr marL="0" indent="0" algn="l">
              <a:lnSpc>
                <a:spcPct val="100000"/>
              </a:lnSpc>
              <a:spcBef>
                <a:spcPts val="1200"/>
              </a:spcBef>
              <a:spcAft>
                <a:spcPts val="0"/>
              </a:spcAft>
              <a:buFontTx/>
              <a:buNone/>
              <a:defRPr lang="en-US" sz="1800" b="0" i="0" kern="1200" cap="none" spc="0" dirty="0" smtClean="0">
                <a:solidFill>
                  <a:schemeClr val="tx1"/>
                </a:solidFill>
                <a:latin typeface="Arial" panose="020B0604020202020204" pitchFamily="34" charset="0"/>
                <a:ea typeface="Arial" panose="020B0604020202020204" pitchFamily="34" charset="0"/>
                <a:cs typeface="Arial" panose="020B0604020202020204" pitchFamily="34" charset="0"/>
              </a:defRPr>
            </a:lvl3pPr>
            <a:lvl4pPr marL="0" indent="0" algn="l">
              <a:lnSpc>
                <a:spcPct val="100000"/>
              </a:lnSpc>
              <a:spcBef>
                <a:spcPts val="1200"/>
              </a:spcBef>
              <a:spcAft>
                <a:spcPts val="0"/>
              </a:spcAft>
              <a:buFontTx/>
              <a:buNone/>
              <a:defRPr lang="en-US" sz="1800" b="0" i="0" kern="1200" cap="none" spc="0" dirty="0" smtClean="0">
                <a:solidFill>
                  <a:schemeClr val="tx1"/>
                </a:solidFill>
                <a:latin typeface="Arial" panose="020B0604020202020204" pitchFamily="34" charset="0"/>
                <a:ea typeface="Arial" panose="020B0604020202020204" pitchFamily="34" charset="0"/>
                <a:cs typeface="Arial" panose="020B0604020202020204" pitchFamily="34" charset="0"/>
              </a:defRPr>
            </a:lvl4pPr>
            <a:lvl5pPr marL="0" indent="0" algn="l">
              <a:lnSpc>
                <a:spcPct val="100000"/>
              </a:lnSpc>
              <a:spcBef>
                <a:spcPts val="1200"/>
              </a:spcBef>
              <a:spcAft>
                <a:spcPts val="0"/>
              </a:spcAft>
              <a:buFontTx/>
              <a:buNone/>
              <a:defRPr lang="en-US" sz="1800" b="0" i="0" kern="1200" cap="none" spc="0" dirty="0" smtClean="0">
                <a:solidFill>
                  <a:schemeClr val="tx1"/>
                </a:solidFill>
                <a:latin typeface="Arial" panose="020B0604020202020204" pitchFamily="34" charset="0"/>
                <a:ea typeface="Arial" panose="020B0604020202020204" pitchFamily="34" charset="0"/>
                <a:cs typeface="Arial" panose="020B0604020202020204" pitchFamily="34" charset="0"/>
              </a:defRPr>
            </a:lvl5pPr>
            <a:lvl6pPr marL="0" indent="0" algn="l">
              <a:lnSpc>
                <a:spcPct val="100000"/>
              </a:lnSpc>
              <a:spcBef>
                <a:spcPts val="1200"/>
              </a:spcBef>
              <a:spcAft>
                <a:spcPts val="0"/>
              </a:spcAft>
              <a:buFontTx/>
              <a:buNone/>
              <a:defRPr lang="en-US" sz="1800" b="0" i="0" kern="1200" cap="none" spc="0" dirty="0" smtClean="0">
                <a:solidFill>
                  <a:schemeClr val="tx1"/>
                </a:solidFill>
                <a:latin typeface="Arial" panose="020B0604020202020204" pitchFamily="34" charset="0"/>
                <a:ea typeface="Arial" panose="020B0604020202020204" pitchFamily="34" charset="0"/>
                <a:cs typeface="Arial" panose="020B0604020202020204" pitchFamily="34" charset="0"/>
              </a:defRPr>
            </a:lvl6pPr>
            <a:lvl7pPr marL="0" indent="0" algn="l">
              <a:lnSpc>
                <a:spcPct val="100000"/>
              </a:lnSpc>
              <a:spcBef>
                <a:spcPts val="1200"/>
              </a:spcBef>
              <a:spcAft>
                <a:spcPts val="0"/>
              </a:spcAft>
              <a:buFontTx/>
              <a:buNone/>
              <a:defRPr sz="1800" b="0" i="0" cap="none" spc="0">
                <a:solidFill>
                  <a:schemeClr val="tx1"/>
                </a:solidFill>
                <a:latin typeface="Arial" panose="020B0604020202020204" pitchFamily="34" charset="0"/>
              </a:defRPr>
            </a:lvl7pPr>
            <a:lvl8pPr marL="0" indent="0" algn="l">
              <a:lnSpc>
                <a:spcPct val="100000"/>
              </a:lnSpc>
              <a:spcBef>
                <a:spcPts val="1200"/>
              </a:spcBef>
              <a:spcAft>
                <a:spcPts val="0"/>
              </a:spcAft>
              <a:buFontTx/>
              <a:buNone/>
              <a:defRPr sz="1800" b="0" i="0" cap="none" spc="0">
                <a:solidFill>
                  <a:schemeClr val="tx1"/>
                </a:solidFill>
                <a:latin typeface="Arial" panose="020B0604020202020204" pitchFamily="34" charset="0"/>
              </a:defRPr>
            </a:lvl8pPr>
            <a:lvl9pPr marL="0" indent="0" algn="l">
              <a:lnSpc>
                <a:spcPct val="100000"/>
              </a:lnSpc>
              <a:spcBef>
                <a:spcPts val="1200"/>
              </a:spcBef>
              <a:spcAft>
                <a:spcPts val="0"/>
              </a:spcAft>
              <a:buFontTx/>
              <a:buNone/>
              <a:defRPr sz="1800" b="0" i="0" cap="none" spc="0">
                <a:solidFill>
                  <a:schemeClr val="tx1"/>
                </a:solidFill>
                <a:latin typeface="Arial" panose="020B0604020202020204" pitchFamily="34" charset="0"/>
              </a:defRPr>
            </a:lvl9pPr>
          </a:lstStyle>
          <a:p>
            <a:pPr lvl="0"/>
            <a:r>
              <a:rPr lang="en-GB" noProof="0" dirty="0"/>
              <a:t>Department name / Speaker name</a:t>
            </a:r>
          </a:p>
          <a:p>
            <a:pPr lvl="0"/>
            <a:r>
              <a:rPr lang="en-GB" noProof="0" dirty="0"/>
              <a:t>Insert date</a:t>
            </a:r>
          </a:p>
        </p:txBody>
      </p:sp>
      <p:sp>
        <p:nvSpPr>
          <p:cNvPr id="6" name="Text Placeholder 10">
            <a:extLst>
              <a:ext uri="{FF2B5EF4-FFF2-40B4-BE49-F238E27FC236}">
                <a16:creationId xmlns:a16="http://schemas.microsoft.com/office/drawing/2014/main" id="{76B5A868-3977-6764-C2AB-B106683E1494}"/>
              </a:ext>
            </a:extLst>
          </p:cNvPr>
          <p:cNvSpPr>
            <a:spLocks noGrp="1"/>
          </p:cNvSpPr>
          <p:nvPr>
            <p:ph type="body" sz="quarter" idx="10" hasCustomPrompt="1"/>
          </p:nvPr>
        </p:nvSpPr>
        <p:spPr>
          <a:xfrm>
            <a:off x="411164" y="3559042"/>
            <a:ext cx="1677600" cy="9525"/>
          </a:xfrm>
          <a:prstGeom prst="rect">
            <a:avLst/>
          </a:prstGeom>
          <a:solidFill>
            <a:schemeClr val="tx2"/>
          </a:solidFill>
        </p:spPr>
        <p:txBody>
          <a:bodyPr/>
          <a:lstStyle>
            <a:lvl1pPr marL="0" indent="0" algn="l">
              <a:lnSpc>
                <a:spcPct val="0"/>
              </a:lnSpc>
              <a:spcBef>
                <a:spcPts val="0"/>
              </a:spcBef>
              <a:spcAft>
                <a:spcPts val="0"/>
              </a:spcAft>
              <a:buFontTx/>
              <a:buNone/>
              <a:defRPr sz="100" b="0" i="0" cap="none" spc="0">
                <a:solidFill>
                  <a:schemeClr val="tx1"/>
                </a:solidFill>
                <a:latin typeface="Arial" panose="020B0604020202020204" pitchFamily="34" charset="0"/>
              </a:defRPr>
            </a:lvl1pPr>
            <a:lvl2pPr marL="0" indent="0" algn="l">
              <a:lnSpc>
                <a:spcPct val="0"/>
              </a:lnSpc>
              <a:spcBef>
                <a:spcPts val="0"/>
              </a:spcBef>
              <a:spcAft>
                <a:spcPts val="0"/>
              </a:spcAft>
              <a:buFontTx/>
              <a:buNone/>
              <a:defRPr sz="100" b="0" i="0" cap="none" spc="0">
                <a:solidFill>
                  <a:schemeClr val="tx1"/>
                </a:solidFill>
                <a:latin typeface="Arial" panose="020B0604020202020204" pitchFamily="34" charset="0"/>
              </a:defRPr>
            </a:lvl2pPr>
            <a:lvl3pPr marL="0" indent="0" algn="l">
              <a:lnSpc>
                <a:spcPct val="0"/>
              </a:lnSpc>
              <a:spcBef>
                <a:spcPts val="0"/>
              </a:spcBef>
              <a:spcAft>
                <a:spcPts val="0"/>
              </a:spcAft>
              <a:buFontTx/>
              <a:buNone/>
              <a:defRPr sz="100" b="0" i="0" cap="none" spc="0">
                <a:solidFill>
                  <a:schemeClr val="tx1"/>
                </a:solidFill>
                <a:latin typeface="Arial" panose="020B0604020202020204" pitchFamily="34" charset="0"/>
              </a:defRPr>
            </a:lvl3pPr>
            <a:lvl4pPr marL="0" indent="0" algn="l">
              <a:lnSpc>
                <a:spcPct val="0"/>
              </a:lnSpc>
              <a:spcBef>
                <a:spcPts val="0"/>
              </a:spcBef>
              <a:spcAft>
                <a:spcPts val="0"/>
              </a:spcAft>
              <a:buFontTx/>
              <a:buNone/>
              <a:defRPr sz="100" b="0" i="0" cap="none" spc="0">
                <a:solidFill>
                  <a:schemeClr val="tx1"/>
                </a:solidFill>
                <a:latin typeface="Arial" panose="020B0604020202020204" pitchFamily="34" charset="0"/>
              </a:defRPr>
            </a:lvl4pPr>
            <a:lvl5pPr marL="0" indent="0" algn="l">
              <a:lnSpc>
                <a:spcPct val="0"/>
              </a:lnSpc>
              <a:spcBef>
                <a:spcPts val="0"/>
              </a:spcBef>
              <a:spcAft>
                <a:spcPts val="0"/>
              </a:spcAft>
              <a:buFontTx/>
              <a:buNone/>
              <a:defRPr sz="100" b="0" i="0" cap="none" spc="0">
                <a:solidFill>
                  <a:schemeClr val="tx1"/>
                </a:solidFill>
                <a:latin typeface="Arial" panose="020B0604020202020204" pitchFamily="34" charset="0"/>
              </a:defRPr>
            </a:lvl5pPr>
            <a:lvl6pPr marL="0" indent="0" algn="l">
              <a:lnSpc>
                <a:spcPct val="0"/>
              </a:lnSpc>
              <a:spcBef>
                <a:spcPts val="0"/>
              </a:spcBef>
              <a:spcAft>
                <a:spcPts val="0"/>
              </a:spcAft>
              <a:buFontTx/>
              <a:buNone/>
              <a:defRPr sz="100" b="0" i="0" cap="none" spc="0">
                <a:solidFill>
                  <a:schemeClr val="tx1"/>
                </a:solidFill>
                <a:latin typeface="Arial" panose="020B0604020202020204" pitchFamily="34" charset="0"/>
              </a:defRPr>
            </a:lvl6pPr>
            <a:lvl7pPr marL="0" indent="0" algn="l">
              <a:lnSpc>
                <a:spcPct val="0"/>
              </a:lnSpc>
              <a:spcBef>
                <a:spcPts val="0"/>
              </a:spcBef>
              <a:spcAft>
                <a:spcPts val="0"/>
              </a:spcAft>
              <a:buFontTx/>
              <a:buNone/>
              <a:defRPr sz="100" b="0" i="0" cap="none" spc="0">
                <a:solidFill>
                  <a:schemeClr val="tx1"/>
                </a:solidFill>
                <a:latin typeface="Arial" panose="020B0604020202020204" pitchFamily="34" charset="0"/>
              </a:defRPr>
            </a:lvl7pPr>
            <a:lvl8pPr marL="0" indent="0" algn="l">
              <a:lnSpc>
                <a:spcPct val="0"/>
              </a:lnSpc>
              <a:spcBef>
                <a:spcPts val="0"/>
              </a:spcBef>
              <a:spcAft>
                <a:spcPts val="0"/>
              </a:spcAft>
              <a:buFontTx/>
              <a:buNone/>
              <a:defRPr sz="100" b="0" i="0" cap="none" spc="0">
                <a:solidFill>
                  <a:schemeClr val="tx1"/>
                </a:solidFill>
                <a:latin typeface="Arial" panose="020B0604020202020204" pitchFamily="34" charset="0"/>
              </a:defRPr>
            </a:lvl8pPr>
            <a:lvl9pPr marL="0" indent="0" algn="l">
              <a:lnSpc>
                <a:spcPct val="0"/>
              </a:lnSpc>
              <a:spcBef>
                <a:spcPts val="0"/>
              </a:spcBef>
              <a:spcAft>
                <a:spcPts val="0"/>
              </a:spcAft>
              <a:buFontTx/>
              <a:buNone/>
              <a:defRPr sz="100" b="0" i="0" cap="none" spc="0">
                <a:solidFill>
                  <a:schemeClr val="tx1"/>
                </a:solidFill>
                <a:latin typeface="Arial" panose="020B0604020202020204" pitchFamily="34" charset="0"/>
              </a:defRPr>
            </a:lvl9pPr>
          </a:lstStyle>
          <a:p>
            <a:pPr lvl="0"/>
            <a:r>
              <a:rPr lang="en-GB" noProof="0" dirty="0" err="1"/>
              <a:t>Cliquez</a:t>
            </a:r>
            <a:r>
              <a:rPr lang="en-GB" noProof="0" dirty="0"/>
              <a:t> pour modifier les styles du </a:t>
            </a:r>
            <a:r>
              <a:rPr lang="en-GB" noProof="0" dirty="0" err="1"/>
              <a:t>texte</a:t>
            </a:r>
            <a:r>
              <a:rPr lang="en-GB" noProof="0" dirty="0"/>
              <a:t> du masque</a:t>
            </a:r>
          </a:p>
          <a:p>
            <a:pPr lvl="1"/>
            <a:r>
              <a:rPr lang="en-GB" noProof="0" dirty="0"/>
              <a:t>Deuxième </a:t>
            </a:r>
            <a:r>
              <a:rPr lang="en-GB" noProof="0" dirty="0" err="1"/>
              <a:t>niveau</a:t>
            </a:r>
            <a:endParaRPr lang="en-GB" noProof="0" dirty="0"/>
          </a:p>
          <a:p>
            <a:pPr lvl="2"/>
            <a:r>
              <a:rPr lang="en-GB" noProof="0" dirty="0" err="1"/>
              <a:t>Troisième</a:t>
            </a:r>
            <a:r>
              <a:rPr lang="en-GB" noProof="0" dirty="0"/>
              <a:t> </a:t>
            </a:r>
            <a:r>
              <a:rPr lang="en-GB" noProof="0" dirty="0" err="1"/>
              <a:t>niveau</a:t>
            </a:r>
            <a:endParaRPr lang="en-GB" noProof="0" dirty="0"/>
          </a:p>
          <a:p>
            <a:pPr lvl="3"/>
            <a:r>
              <a:rPr lang="en-GB" noProof="0" dirty="0" err="1"/>
              <a:t>Quatrième</a:t>
            </a:r>
            <a:r>
              <a:rPr lang="en-GB" noProof="0" dirty="0"/>
              <a:t> </a:t>
            </a:r>
            <a:r>
              <a:rPr lang="en-GB" noProof="0" dirty="0" err="1"/>
              <a:t>niveau</a:t>
            </a:r>
            <a:endParaRPr lang="en-GB" noProof="0" dirty="0"/>
          </a:p>
          <a:p>
            <a:pPr lvl="4"/>
            <a:r>
              <a:rPr lang="en-GB" noProof="0" dirty="0" err="1"/>
              <a:t>Cinquième</a:t>
            </a:r>
            <a:r>
              <a:rPr lang="en-GB" noProof="0" dirty="0"/>
              <a:t> </a:t>
            </a:r>
            <a:r>
              <a:rPr lang="en-GB" noProof="0" dirty="0" err="1"/>
              <a:t>niveau</a:t>
            </a:r>
            <a:endParaRPr lang="en-GB" noProof="0" dirty="0"/>
          </a:p>
        </p:txBody>
      </p:sp>
      <p:sp>
        <p:nvSpPr>
          <p:cNvPr id="8" name="Title 3">
            <a:extLst>
              <a:ext uri="{FF2B5EF4-FFF2-40B4-BE49-F238E27FC236}">
                <a16:creationId xmlns:a16="http://schemas.microsoft.com/office/drawing/2014/main" id="{533B0DAB-797A-C750-8190-188CCCA77919}"/>
              </a:ext>
            </a:extLst>
          </p:cNvPr>
          <p:cNvSpPr>
            <a:spLocks noGrp="1"/>
          </p:cNvSpPr>
          <p:nvPr>
            <p:ph type="title" hasCustomPrompt="1"/>
          </p:nvPr>
        </p:nvSpPr>
        <p:spPr>
          <a:xfrm>
            <a:off x="411163" y="2296382"/>
            <a:ext cx="5151436" cy="1018318"/>
          </a:xfrm>
        </p:spPr>
        <p:txBody>
          <a:bodyPr anchor="ctr"/>
          <a:lstStyle>
            <a:lvl1pPr>
              <a:defRPr lang="pt-PT" sz="3200" b="0" kern="1200" dirty="0">
                <a:solidFill>
                  <a:schemeClr val="tx1"/>
                </a:solidFill>
                <a:latin typeface="Arial" panose="020B0604020202020204" pitchFamily="34" charset="0"/>
                <a:ea typeface="Arial" panose="020B0604020202020204" pitchFamily="34" charset="0"/>
                <a:cs typeface="Arial" panose="020B0604020202020204" pitchFamily="34" charset="0"/>
              </a:defRPr>
            </a:lvl1pPr>
          </a:lstStyle>
          <a:p>
            <a:r>
              <a:rPr lang="en-GB" noProof="0" dirty="0"/>
              <a:t>Title</a:t>
            </a:r>
          </a:p>
        </p:txBody>
      </p:sp>
    </p:spTree>
    <p:extLst>
      <p:ext uri="{BB962C8B-B14F-4D97-AF65-F5344CB8AC3E}">
        <p14:creationId xmlns:p14="http://schemas.microsoft.com/office/powerpoint/2010/main" val="4221754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bwMode="gray">
          <a:xfrm>
            <a:off x="792000" y="557645"/>
            <a:ext cx="10605600" cy="648000"/>
          </a:xfrm>
          <a:prstGeom prst="rect">
            <a:avLst/>
          </a:prstGeom>
        </p:spPr>
        <p:txBody>
          <a:bodyPr vert="horz" lIns="0" tIns="0" rIns="0" bIns="0" rtlCol="0" anchor="t" anchorCtr="0">
            <a:normAutofit/>
          </a:bodyPr>
          <a:lstStyle/>
          <a:p>
            <a:r>
              <a:rPr lang="en-GB" noProof="0"/>
              <a:t>Title</a:t>
            </a:r>
          </a:p>
        </p:txBody>
      </p:sp>
      <p:sp>
        <p:nvSpPr>
          <p:cNvPr id="3" name="Espace réservé du texte 2"/>
          <p:cNvSpPr>
            <a:spLocks noGrp="1"/>
          </p:cNvSpPr>
          <p:nvPr>
            <p:ph type="body" idx="1"/>
          </p:nvPr>
        </p:nvSpPr>
        <p:spPr bwMode="gray">
          <a:xfrm>
            <a:off x="792000" y="2019600"/>
            <a:ext cx="10605600" cy="4183200"/>
          </a:xfrm>
          <a:prstGeom prst="rect">
            <a:avLst/>
          </a:prstGeom>
        </p:spPr>
        <p:txBody>
          <a:bodyPr vert="horz" lIns="0" tIns="0" rIns="0" bIns="0" rtlCol="0" anchor="t" anchorCtr="0">
            <a:normAutofit/>
          </a:body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4" name="Espace réservé de la date 3"/>
          <p:cNvSpPr>
            <a:spLocks noGrp="1"/>
          </p:cNvSpPr>
          <p:nvPr>
            <p:ph type="dt" sz="half" idx="2"/>
          </p:nvPr>
        </p:nvSpPr>
        <p:spPr bwMode="gray">
          <a:xfrm>
            <a:off x="0" y="6678000"/>
            <a:ext cx="240000" cy="180000"/>
          </a:xfrm>
          <a:prstGeom prst="rect">
            <a:avLst/>
          </a:prstGeom>
          <a:ln>
            <a:solidFill>
              <a:schemeClr val="tx1">
                <a:alpha val="0"/>
              </a:schemeClr>
            </a:solidFill>
          </a:ln>
        </p:spPr>
        <p:txBody>
          <a:bodyPr vert="horz" lIns="0" tIns="0" rIns="0" bIns="0" rtlCol="0" anchor="t" anchorCtr="0">
            <a:noAutofit/>
          </a:bodyPr>
          <a:lstStyle>
            <a:lvl1pPr algn="ctr">
              <a:defRPr sz="500">
                <a:solidFill>
                  <a:schemeClr val="tx1">
                    <a:alpha val="0"/>
                  </a:schemeClr>
                </a:solidFill>
              </a:defRPr>
            </a:lvl1pPr>
          </a:lstStyle>
          <a:p>
            <a:pPr algn="l"/>
            <a:r>
              <a:rPr lang="en-GB" noProof="0"/>
              <a:t>Date</a:t>
            </a:r>
          </a:p>
        </p:txBody>
      </p:sp>
      <p:sp>
        <p:nvSpPr>
          <p:cNvPr id="5" name="Espace réservé du pied de page 4"/>
          <p:cNvSpPr>
            <a:spLocks noGrp="1"/>
          </p:cNvSpPr>
          <p:nvPr>
            <p:ph type="ftr" sz="quarter" idx="3"/>
          </p:nvPr>
        </p:nvSpPr>
        <p:spPr bwMode="gray">
          <a:xfrm>
            <a:off x="0" y="6678000"/>
            <a:ext cx="240000" cy="180000"/>
          </a:xfrm>
          <a:prstGeom prst="rect">
            <a:avLst/>
          </a:prstGeom>
          <a:ln>
            <a:solidFill>
              <a:schemeClr val="bg1">
                <a:alpha val="0"/>
              </a:schemeClr>
            </a:solidFill>
          </a:ln>
        </p:spPr>
        <p:txBody>
          <a:bodyPr vert="horz" lIns="0" tIns="0" rIns="0" bIns="0" rtlCol="0" anchor="t" anchorCtr="0">
            <a:noAutofit/>
          </a:bodyPr>
          <a:lstStyle>
            <a:lvl1pPr algn="l">
              <a:defRPr sz="100">
                <a:solidFill>
                  <a:schemeClr val="accent3">
                    <a:alpha val="0"/>
                  </a:schemeClr>
                </a:solidFill>
              </a:defRPr>
            </a:lvl1pPr>
          </a:lstStyle>
          <a:p>
            <a:r>
              <a:rPr lang="en-GB" noProof="0"/>
              <a:t>Title of the presentation on three lines - Lorem impsum dolor sit amet consectetuer adipiscing elit, sed diam nonummy</a:t>
            </a:r>
          </a:p>
        </p:txBody>
      </p:sp>
      <p:sp>
        <p:nvSpPr>
          <p:cNvPr id="6" name="Espace réservé du numéro de diapositive 5"/>
          <p:cNvSpPr>
            <a:spLocks noGrp="1"/>
          </p:cNvSpPr>
          <p:nvPr>
            <p:ph type="sldNum" sz="quarter" idx="4"/>
          </p:nvPr>
        </p:nvSpPr>
        <p:spPr bwMode="gray">
          <a:xfrm>
            <a:off x="11551083" y="6438518"/>
            <a:ext cx="639565" cy="419482"/>
          </a:xfrm>
          <a:prstGeom prst="rect">
            <a:avLst/>
          </a:prstGeom>
        </p:spPr>
        <p:txBody>
          <a:bodyPr vert="horz" lIns="0" tIns="0" rIns="0" bIns="0" rtlCol="0" anchor="t" anchorCtr="0">
            <a:noAutofit/>
          </a:bodyPr>
          <a:lstStyle>
            <a:lvl1pPr algn="l">
              <a:defRPr sz="1200" b="1">
                <a:solidFill>
                  <a:schemeClr val="accent3"/>
                </a:solidFill>
              </a:defRPr>
            </a:lvl1pPr>
          </a:lstStyle>
          <a:p>
            <a:fld id="{733122C9-A0B9-462F-8757-0847AD287B63}" type="slidenum">
              <a:rPr lang="en-GB" noProof="0" smtClean="0"/>
              <a:pPr/>
              <a:t>‹#›</a:t>
            </a:fld>
            <a:endParaRPr lang="en-GB" noProof="0"/>
          </a:p>
        </p:txBody>
      </p:sp>
      <p:sp>
        <p:nvSpPr>
          <p:cNvPr id="12" name="ZoneTexte 11"/>
          <p:cNvSpPr txBox="1"/>
          <p:nvPr/>
        </p:nvSpPr>
        <p:spPr bwMode="gray">
          <a:xfrm>
            <a:off x="479424" y="6309320"/>
            <a:ext cx="8424575" cy="467742"/>
          </a:xfrm>
          <a:prstGeom prst="rect">
            <a:avLst/>
          </a:prstGeom>
          <a:noFill/>
        </p:spPr>
        <p:txBody>
          <a:bodyPr wrap="square" lIns="0" tIns="0" rIns="0" bIns="0" rtlCol="0" anchor="ctr" anchorCtr="0">
            <a:noAutofit/>
          </a:bodyPr>
          <a:lstStyle/>
          <a:p>
            <a:pPr algn="just"/>
            <a:r>
              <a:rPr lang="en-GB" sz="500" noProof="0">
                <a:solidFill>
                  <a:schemeClr val="accent3"/>
                </a:solidFill>
              </a:rPr>
              <a:t>© ALSTOM SA 2021. All rights reserved. Information contained in this document is indicative only. No representation or warranty is given or should be relied on that it is complete or correct or will apply to any particular project. This will depend on the technical and commercial circumstances. It is provided without liability and is subject to change without notice. Reproduction, use, alter or disclosure to third parties, without express written authorisation, is strictly prohibited.</a:t>
            </a:r>
          </a:p>
        </p:txBody>
      </p:sp>
      <p:sp>
        <p:nvSpPr>
          <p:cNvPr id="13" name="Forme libre : forme 16">
            <a:extLst>
              <a:ext uri="{FF2B5EF4-FFF2-40B4-BE49-F238E27FC236}">
                <a16:creationId xmlns:a16="http://schemas.microsoft.com/office/drawing/2014/main" id="{2D8D400B-B6B4-4B94-81C8-D56CC7959C97}"/>
              </a:ext>
            </a:extLst>
          </p:cNvPr>
          <p:cNvSpPr>
            <a:spLocks noChangeAspect="1"/>
          </p:cNvSpPr>
          <p:nvPr userDrawn="1"/>
        </p:nvSpPr>
        <p:spPr bwMode="gray">
          <a:xfrm>
            <a:off x="0" y="396000"/>
            <a:ext cx="360000" cy="720000"/>
          </a:xfrm>
          <a:custGeom>
            <a:avLst/>
            <a:gdLst>
              <a:gd name="connsiteX0" fmla="*/ 0 w 360000"/>
              <a:gd name="connsiteY0" fmla="*/ 0 h 720000"/>
              <a:gd name="connsiteX1" fmla="*/ 360000 w 360000"/>
              <a:gd name="connsiteY1" fmla="*/ 360000 h 720000"/>
              <a:gd name="connsiteX2" fmla="*/ 0 w 360000"/>
              <a:gd name="connsiteY2" fmla="*/ 720000 h 720000"/>
            </a:gdLst>
            <a:ahLst/>
            <a:cxnLst>
              <a:cxn ang="0">
                <a:pos x="connsiteX0" y="connsiteY0"/>
              </a:cxn>
              <a:cxn ang="0">
                <a:pos x="connsiteX1" y="connsiteY1"/>
              </a:cxn>
              <a:cxn ang="0">
                <a:pos x="connsiteX2" y="connsiteY2"/>
              </a:cxn>
            </a:cxnLst>
            <a:rect l="l" t="t" r="r" b="b"/>
            <a:pathLst>
              <a:path w="360000" h="720000">
                <a:moveTo>
                  <a:pt x="0" y="0"/>
                </a:moveTo>
                <a:cubicBezTo>
                  <a:pt x="198823" y="0"/>
                  <a:pt x="360000" y="161177"/>
                  <a:pt x="360000" y="360000"/>
                </a:cubicBezTo>
                <a:cubicBezTo>
                  <a:pt x="360000" y="558823"/>
                  <a:pt x="198823" y="720000"/>
                  <a:pt x="0" y="72000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a:p>
        </p:txBody>
      </p:sp>
      <p:sp>
        <p:nvSpPr>
          <p:cNvPr id="16" name="Ellipse 15"/>
          <p:cNvSpPr>
            <a:spLocks noChangeAspect="1"/>
          </p:cNvSpPr>
          <p:nvPr userDrawn="1"/>
        </p:nvSpPr>
        <p:spPr bwMode="gray">
          <a:xfrm>
            <a:off x="9703546" y="6489340"/>
            <a:ext cx="93600" cy="936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8" name="Ellipse 17"/>
          <p:cNvSpPr>
            <a:spLocks noChangeAspect="1"/>
          </p:cNvSpPr>
          <p:nvPr userDrawn="1"/>
        </p:nvSpPr>
        <p:spPr bwMode="gray">
          <a:xfrm>
            <a:off x="11198758" y="6489340"/>
            <a:ext cx="93600" cy="936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19" name="Image 18"/>
          <p:cNvPicPr>
            <a:picLocks noChangeAspect="1"/>
          </p:cNvPicPr>
          <p:nvPr userDrawn="1"/>
        </p:nvPicPr>
        <p:blipFill>
          <a:blip r:embed="rId45" cstate="print">
            <a:extLst>
              <a:ext uri="{28A0092B-C50C-407E-A947-70E740481C1C}">
                <a14:useLocalDpi xmlns:a14="http://schemas.microsoft.com/office/drawing/2010/main" val="0"/>
              </a:ext>
            </a:extLst>
          </a:blip>
          <a:stretch>
            <a:fillRect/>
          </a:stretch>
        </p:blipFill>
        <p:spPr bwMode="gray">
          <a:xfrm>
            <a:off x="10048866" y="6452200"/>
            <a:ext cx="900000" cy="180000"/>
          </a:xfrm>
          <a:prstGeom prst="rect">
            <a:avLst/>
          </a:prstGeom>
        </p:spPr>
      </p:pic>
      <p:cxnSp>
        <p:nvCxnSpPr>
          <p:cNvPr id="20" name="Connecteur droit 19"/>
          <p:cNvCxnSpPr/>
          <p:nvPr userDrawn="1"/>
        </p:nvCxnSpPr>
        <p:spPr bwMode="gray">
          <a:xfrm>
            <a:off x="792000" y="1260000"/>
            <a:ext cx="97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AAB8A9C-8F8B-1B81-443D-0858705731E3}"/>
              </a:ext>
            </a:extLst>
          </p:cNvPr>
          <p:cNvSpPr txBox="1"/>
          <p:nvPr userDrawn="1">
            <p:extLst>
              <p:ext uri="{1162E1C5-73C7-4A58-AE30-91384D911F3F}">
                <p184:classification xmlns:p184="http://schemas.microsoft.com/office/powerpoint/2018/4/main" val="hdr"/>
              </p:ext>
            </p:extLst>
          </p:nvPr>
        </p:nvSpPr>
        <p:spPr>
          <a:xfrm>
            <a:off x="11255375" y="63500"/>
            <a:ext cx="912813" cy="213360"/>
          </a:xfrm>
          <a:prstGeom prst="rect">
            <a:avLst/>
          </a:prstGeom>
        </p:spPr>
        <p:txBody>
          <a:bodyPr horzOverflow="overflow" lIns="0" tIns="0" rIns="0" bIns="0">
            <a:spAutoFit/>
          </a:bodyPr>
          <a:lstStyle/>
          <a:p>
            <a:pPr algn="l"/>
            <a:r>
              <a:rPr lang="en-US" sz="1400">
                <a:solidFill>
                  <a:srgbClr val="71BF44"/>
                </a:solidFill>
                <a:latin typeface="Calibri" panose="020F0502020204030204" pitchFamily="34" charset="0"/>
                <a:ea typeface="Calibri" panose="020F0502020204030204" pitchFamily="34" charset="0"/>
                <a:cs typeface="Calibri" panose="020F0502020204030204" pitchFamily="34" charset="0"/>
              </a:rPr>
              <a:t>RESTRICTED</a:t>
            </a:r>
          </a:p>
        </p:txBody>
      </p:sp>
    </p:spTree>
  </p:cSld>
  <p:clrMap bg1="lt1" tx1="dk1" bg2="lt2" tx2="dk2" accent1="accent1" accent2="accent2" accent3="accent3" accent4="accent4" accent5="accent5" accent6="accent6" hlink="hlink" folHlink="folHlink"/>
  <p:sldLayoutIdLst>
    <p:sldLayoutId id="2147483827" r:id="rId1"/>
    <p:sldLayoutId id="2147483849" r:id="rId2"/>
    <p:sldLayoutId id="2147483850" r:id="rId3"/>
    <p:sldLayoutId id="2147483845" r:id="rId4"/>
    <p:sldLayoutId id="2147483851" r:id="rId5"/>
    <p:sldLayoutId id="2147483808" r:id="rId6"/>
    <p:sldLayoutId id="2147483811" r:id="rId7"/>
    <p:sldLayoutId id="2147483824" r:id="rId8"/>
    <p:sldLayoutId id="2147483837" r:id="rId9"/>
    <p:sldLayoutId id="2147483825" r:id="rId10"/>
    <p:sldLayoutId id="2147483812" r:id="rId11"/>
    <p:sldLayoutId id="2147483799" r:id="rId12"/>
    <p:sldLayoutId id="2147483829" r:id="rId13"/>
    <p:sldLayoutId id="2147483809" r:id="rId14"/>
    <p:sldLayoutId id="2147483830" r:id="rId15"/>
    <p:sldLayoutId id="2147483826" r:id="rId16"/>
    <p:sldLayoutId id="2147483831" r:id="rId17"/>
    <p:sldLayoutId id="2147483810" r:id="rId18"/>
    <p:sldLayoutId id="2147483840" r:id="rId19"/>
    <p:sldLayoutId id="2147483842" r:id="rId20"/>
    <p:sldLayoutId id="2147483838" r:id="rId21"/>
    <p:sldLayoutId id="2147483817" r:id="rId22"/>
    <p:sldLayoutId id="2147483839" r:id="rId23"/>
    <p:sldLayoutId id="2147483848" r:id="rId24"/>
    <p:sldLayoutId id="2147483834" r:id="rId25"/>
    <p:sldLayoutId id="2147483814" r:id="rId26"/>
    <p:sldLayoutId id="2147483835" r:id="rId27"/>
    <p:sldLayoutId id="2147483819" r:id="rId28"/>
    <p:sldLayoutId id="2147483836" r:id="rId29"/>
    <p:sldLayoutId id="2147483813" r:id="rId30"/>
    <p:sldLayoutId id="2147483815" r:id="rId31"/>
    <p:sldLayoutId id="2147483841" r:id="rId32"/>
    <p:sldLayoutId id="2147483816" r:id="rId33"/>
    <p:sldLayoutId id="2147483843" r:id="rId34"/>
    <p:sldLayoutId id="2147483844" r:id="rId35"/>
    <p:sldLayoutId id="2147483818" r:id="rId36"/>
    <p:sldLayoutId id="2147483821" r:id="rId37"/>
    <p:sldLayoutId id="2147483823" r:id="rId38"/>
    <p:sldLayoutId id="2147483833" r:id="rId39"/>
    <p:sldLayoutId id="2147483832" r:id="rId40"/>
    <p:sldLayoutId id="2147483852" r:id="rId41"/>
    <p:sldLayoutId id="2147483853" r:id="rId42"/>
    <p:sldLayoutId id="2147483854" r:id="rId43"/>
  </p:sldLayoutIdLst>
  <p:hf hdr="0"/>
  <p:txStyles>
    <p:titleStyle>
      <a:lvl1pPr algn="l" defTabSz="914400" rtl="0" eaLnBrk="1" latinLnBrk="0" hangingPunct="1">
        <a:lnSpc>
          <a:spcPct val="75000"/>
        </a:lnSpc>
        <a:spcBef>
          <a:spcPct val="0"/>
        </a:spcBef>
        <a:buNone/>
        <a:defRPr sz="2400" b="0" kern="1200">
          <a:solidFill>
            <a:schemeClr val="accent3"/>
          </a:solidFill>
          <a:latin typeface="+mj-lt"/>
          <a:ea typeface="+mj-ea"/>
          <a:cs typeface="+mj-cs"/>
        </a:defRPr>
      </a:lvl1pPr>
    </p:titleStyle>
    <p:bodyStyle>
      <a:lvl1pPr marL="268288" indent="-268288" algn="l" defTabSz="914400" rtl="0" eaLnBrk="1" latinLnBrk="0" hangingPunct="1">
        <a:lnSpc>
          <a:spcPct val="95000"/>
        </a:lnSpc>
        <a:spcBef>
          <a:spcPts val="1200"/>
        </a:spcBef>
        <a:spcAft>
          <a:spcPts val="0"/>
        </a:spcAft>
        <a:buClr>
          <a:schemeClr val="accent1"/>
        </a:buClr>
        <a:buSzPct val="80000"/>
        <a:buFont typeface="Arial" pitchFamily="34" charset="0"/>
        <a:buChar char="●"/>
        <a:tabLst/>
        <a:defRPr sz="2000" kern="1200">
          <a:solidFill>
            <a:schemeClr val="accent3"/>
          </a:solidFill>
          <a:latin typeface="+mn-lt"/>
          <a:ea typeface="+mn-ea"/>
          <a:cs typeface="+mn-cs"/>
        </a:defRPr>
      </a:lvl1pPr>
      <a:lvl2pPr marL="490538" indent="-222250" algn="l" defTabSz="914400" rtl="0" eaLnBrk="1" latinLnBrk="0" hangingPunct="1">
        <a:lnSpc>
          <a:spcPct val="95000"/>
        </a:lnSpc>
        <a:spcBef>
          <a:spcPts val="0"/>
        </a:spcBef>
        <a:buSzPct val="100000"/>
        <a:buFont typeface="Arial" pitchFamily="34" charset="0"/>
        <a:buChar char="-"/>
        <a:tabLst/>
        <a:defRPr sz="1800" kern="1200">
          <a:solidFill>
            <a:schemeClr val="accent3"/>
          </a:solidFill>
          <a:latin typeface="+mn-lt"/>
          <a:ea typeface="+mn-ea"/>
          <a:cs typeface="+mn-cs"/>
        </a:defRPr>
      </a:lvl2pPr>
      <a:lvl3pPr marL="490538" indent="223838" algn="l" defTabSz="914400" rtl="0" eaLnBrk="1" latinLnBrk="0" hangingPunct="1">
        <a:lnSpc>
          <a:spcPct val="95000"/>
        </a:lnSpc>
        <a:spcBef>
          <a:spcPts val="0"/>
        </a:spcBef>
        <a:buClr>
          <a:schemeClr val="accent1"/>
        </a:buClr>
        <a:buSzPct val="100000"/>
        <a:buFont typeface="Wingdings 2" pitchFamily="18" charset="2"/>
        <a:buChar char=""/>
        <a:tabLst/>
        <a:defRPr sz="1400" kern="1200">
          <a:solidFill>
            <a:schemeClr val="accent3"/>
          </a:solidFill>
          <a:latin typeface="+mn-lt"/>
          <a:ea typeface="+mn-ea"/>
          <a:cs typeface="+mn-cs"/>
        </a:defRPr>
      </a:lvl3pPr>
      <a:lvl4pPr marL="714375" indent="223838" algn="l" defTabSz="914400" rtl="0" eaLnBrk="1" latinLnBrk="0" hangingPunct="1">
        <a:lnSpc>
          <a:spcPct val="95000"/>
        </a:lnSpc>
        <a:spcBef>
          <a:spcPts val="0"/>
        </a:spcBef>
        <a:buSzPct val="100000"/>
        <a:buFont typeface="Arial" pitchFamily="34" charset="0"/>
        <a:buChar char="-"/>
        <a:tabLst/>
        <a:defRPr sz="1200" kern="1200">
          <a:solidFill>
            <a:schemeClr val="accent3"/>
          </a:solidFill>
          <a:latin typeface="+mn-lt"/>
          <a:ea typeface="+mn-ea"/>
          <a:cs typeface="+mn-cs"/>
        </a:defRPr>
      </a:lvl4pPr>
      <a:lvl5pPr marL="938213" indent="223838" algn="l" defTabSz="914400" rtl="0" eaLnBrk="1" latinLnBrk="0" hangingPunct="1">
        <a:lnSpc>
          <a:spcPct val="95000"/>
        </a:lnSpc>
        <a:spcBef>
          <a:spcPts val="0"/>
        </a:spcBef>
        <a:buSzPct val="100000"/>
        <a:buFont typeface="Arial" pitchFamily="34" charset="0"/>
        <a:buChar char="•"/>
        <a:tabLst/>
        <a:defRPr sz="1200" kern="1200">
          <a:solidFill>
            <a:schemeClr val="accent3"/>
          </a:solidFill>
          <a:latin typeface="+mn-lt"/>
          <a:ea typeface="+mn-ea"/>
          <a:cs typeface="+mn-cs"/>
        </a:defRPr>
      </a:lvl5pPr>
      <a:lvl6pPr marL="712788" indent="176400" algn="l" defTabSz="914400" rtl="0" eaLnBrk="1" latinLnBrk="0" hangingPunct="1">
        <a:lnSpc>
          <a:spcPct val="95000"/>
        </a:lnSpc>
        <a:spcBef>
          <a:spcPts val="0"/>
        </a:spcBef>
        <a:buFont typeface="Arial" pitchFamily="34" charset="0"/>
        <a:buChar char="•"/>
        <a:defRPr sz="1200" kern="1200">
          <a:solidFill>
            <a:schemeClr val="accent3"/>
          </a:solidFill>
          <a:latin typeface="+mn-lt"/>
          <a:ea typeface="+mn-ea"/>
          <a:cs typeface="+mn-cs"/>
        </a:defRPr>
      </a:lvl6pPr>
      <a:lvl7pPr marL="712788" indent="176400" algn="l" defTabSz="914400" rtl="0" eaLnBrk="1" latinLnBrk="0" hangingPunct="1">
        <a:lnSpc>
          <a:spcPct val="95000"/>
        </a:lnSpc>
        <a:spcBef>
          <a:spcPts val="0"/>
        </a:spcBef>
        <a:buFont typeface="Arial" pitchFamily="34" charset="0"/>
        <a:buChar char="•"/>
        <a:defRPr sz="1200" kern="1200">
          <a:solidFill>
            <a:schemeClr val="accent3"/>
          </a:solidFill>
          <a:latin typeface="+mn-lt"/>
          <a:ea typeface="+mn-ea"/>
          <a:cs typeface="+mn-cs"/>
        </a:defRPr>
      </a:lvl7pPr>
      <a:lvl8pPr marL="712788" indent="176400" algn="l" defTabSz="914400" rtl="0" eaLnBrk="1" latinLnBrk="0" hangingPunct="1">
        <a:lnSpc>
          <a:spcPct val="95000"/>
        </a:lnSpc>
        <a:spcBef>
          <a:spcPts val="0"/>
        </a:spcBef>
        <a:buFont typeface="Arial" pitchFamily="34" charset="0"/>
        <a:buChar char="•"/>
        <a:defRPr sz="1200" kern="1200">
          <a:solidFill>
            <a:schemeClr val="accent3"/>
          </a:solidFill>
          <a:latin typeface="+mn-lt"/>
          <a:ea typeface="+mn-ea"/>
          <a:cs typeface="+mn-cs"/>
        </a:defRPr>
      </a:lvl8pPr>
      <a:lvl9pPr marL="712788" indent="176400" algn="l" defTabSz="914400" rtl="0" eaLnBrk="1" latinLnBrk="0" hangingPunct="1">
        <a:lnSpc>
          <a:spcPct val="95000"/>
        </a:lnSpc>
        <a:spcBef>
          <a:spcPts val="0"/>
        </a:spcBef>
        <a:buFont typeface="Arial" pitchFamily="34" charset="0"/>
        <a:buChar char="•"/>
        <a:defRPr sz="1200" kern="1200">
          <a:solidFill>
            <a:schemeClr val="accent3"/>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4.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23.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4.xml"/><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14.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14.xml"/><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9">
            <a:extLst>
              <a:ext uri="{FF2B5EF4-FFF2-40B4-BE49-F238E27FC236}">
                <a16:creationId xmlns:a16="http://schemas.microsoft.com/office/drawing/2014/main" id="{2A14FD6D-11B6-56C9-B486-1F73E2F1498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2737" b="2737"/>
          <a:stretch/>
        </p:blipFill>
        <p:spPr>
          <a:xfrm>
            <a:off x="6096000" y="0"/>
            <a:ext cx="6096000" cy="6858000"/>
          </a:xfrm>
        </p:spPr>
      </p:pic>
      <p:sp>
        <p:nvSpPr>
          <p:cNvPr id="30" name="Text Placeholder 29">
            <a:extLst>
              <a:ext uri="{FF2B5EF4-FFF2-40B4-BE49-F238E27FC236}">
                <a16:creationId xmlns:a16="http://schemas.microsoft.com/office/drawing/2014/main" id="{DD8B16EB-6085-054E-930E-04531270D2BA}"/>
              </a:ext>
            </a:extLst>
          </p:cNvPr>
          <p:cNvSpPr>
            <a:spLocks noGrp="1"/>
          </p:cNvSpPr>
          <p:nvPr>
            <p:ph type="body" sz="quarter" idx="11"/>
          </p:nvPr>
        </p:nvSpPr>
        <p:spPr>
          <a:xfrm>
            <a:off x="411163" y="3998104"/>
            <a:ext cx="5151436" cy="680186"/>
          </a:xfrm>
        </p:spPr>
        <p:txBody>
          <a:bodyPr/>
          <a:lstStyle/>
          <a:p>
            <a:pPr lvl="0"/>
            <a:r>
              <a:rPr lang="en-GB" dirty="0"/>
              <a:t>Eslam Gamal</a:t>
            </a:r>
          </a:p>
          <a:p>
            <a:pPr lvl="0"/>
            <a:r>
              <a:rPr lang="en-GB" dirty="0"/>
              <a:t>July 2026</a:t>
            </a:r>
          </a:p>
        </p:txBody>
      </p:sp>
      <p:sp>
        <p:nvSpPr>
          <p:cNvPr id="29" name="Text Placeholder 28">
            <a:extLst>
              <a:ext uri="{FF2B5EF4-FFF2-40B4-BE49-F238E27FC236}">
                <a16:creationId xmlns:a16="http://schemas.microsoft.com/office/drawing/2014/main" id="{D682505F-EFED-92C0-296A-4D359459B7E2}"/>
              </a:ext>
            </a:extLst>
          </p:cNvPr>
          <p:cNvSpPr>
            <a:spLocks noGrp="1"/>
          </p:cNvSpPr>
          <p:nvPr>
            <p:ph type="body" sz="quarter" idx="10"/>
          </p:nvPr>
        </p:nvSpPr>
        <p:spPr>
          <a:xfrm>
            <a:off x="411164" y="3744237"/>
            <a:ext cx="1677600" cy="9525"/>
          </a:xfrm>
        </p:spPr>
        <p:txBody>
          <a:bodyPr/>
          <a:lstStyle/>
          <a:p>
            <a:endParaRPr lang="en-GB" noProof="0" dirty="0"/>
          </a:p>
        </p:txBody>
      </p:sp>
      <p:sp>
        <p:nvSpPr>
          <p:cNvPr id="28" name="Title 27">
            <a:extLst>
              <a:ext uri="{FF2B5EF4-FFF2-40B4-BE49-F238E27FC236}">
                <a16:creationId xmlns:a16="http://schemas.microsoft.com/office/drawing/2014/main" id="{6244BD05-1389-7B33-5F6E-E5230626A843}"/>
              </a:ext>
            </a:extLst>
          </p:cNvPr>
          <p:cNvSpPr>
            <a:spLocks noGrp="1"/>
          </p:cNvSpPr>
          <p:nvPr>
            <p:ph type="title"/>
          </p:nvPr>
        </p:nvSpPr>
        <p:spPr>
          <a:xfrm>
            <a:off x="411162" y="2296382"/>
            <a:ext cx="4866893" cy="1018318"/>
          </a:xfrm>
        </p:spPr>
        <p:txBody>
          <a:bodyPr>
            <a:noAutofit/>
          </a:bodyPr>
          <a:lstStyle/>
          <a:p>
            <a:r>
              <a:rPr lang="en-GB" sz="4000" b="1" dirty="0"/>
              <a:t>Pedal Cabinets</a:t>
            </a:r>
            <a:br>
              <a:rPr lang="en-GB" sz="4000" b="1" dirty="0"/>
            </a:br>
            <a:r>
              <a:rPr lang="en-GB" sz="4000" b="1" dirty="0"/>
              <a:t>for Railway Signalling Systems</a:t>
            </a:r>
            <a:endParaRPr lang="en-GB" sz="4000" b="1" noProof="0" dirty="0"/>
          </a:p>
        </p:txBody>
      </p:sp>
    </p:spTree>
    <p:extLst>
      <p:ext uri="{BB962C8B-B14F-4D97-AF65-F5344CB8AC3E}">
        <p14:creationId xmlns:p14="http://schemas.microsoft.com/office/powerpoint/2010/main" val="1218323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0"/>
          <p:cNvSpPr>
            <a:spLocks noGrp="1"/>
          </p:cNvSpPr>
          <p:nvPr>
            <p:ph type="title"/>
          </p:nvPr>
        </p:nvSpPr>
        <p:spPr bwMode="gray"/>
        <p:txBody>
          <a:bodyPr/>
          <a:lstStyle/>
          <a:p>
            <a:r>
              <a:rPr lang="en-GB" dirty="0"/>
              <a:t>Agenda</a:t>
            </a:r>
          </a:p>
        </p:txBody>
      </p:sp>
      <p:sp>
        <p:nvSpPr>
          <p:cNvPr id="4" name="Espace réservé de la date 3"/>
          <p:cNvSpPr>
            <a:spLocks noGrp="1"/>
          </p:cNvSpPr>
          <p:nvPr>
            <p:ph type="dt" sz="half" idx="10"/>
          </p:nvPr>
        </p:nvSpPr>
        <p:spPr bwMode="gray"/>
        <p:txBody>
          <a:bodyPr/>
          <a:lstStyle/>
          <a:p>
            <a:r>
              <a:rPr lang="en-GB"/>
              <a:t>Date</a:t>
            </a:r>
          </a:p>
        </p:txBody>
      </p:sp>
      <p:sp>
        <p:nvSpPr>
          <p:cNvPr id="5" name="Espace réservé du pied de page 4"/>
          <p:cNvSpPr>
            <a:spLocks noGrp="1"/>
          </p:cNvSpPr>
          <p:nvPr>
            <p:ph type="ftr" sz="quarter" idx="11"/>
          </p:nvPr>
        </p:nvSpPr>
        <p:spPr bwMode="gray"/>
        <p:txBody>
          <a:bodyPr/>
          <a:lstStyle/>
          <a:p>
            <a:r>
              <a:rPr lang="en-GB"/>
              <a:t>Title of the presentation on three lines - Lorem impsum dolor sit amet consectetuer adipiscing elit, sed diam nonummy</a:t>
            </a:r>
          </a:p>
        </p:txBody>
      </p:sp>
      <p:sp>
        <p:nvSpPr>
          <p:cNvPr id="6" name="Espace réservé du numéro de diapositive 5"/>
          <p:cNvSpPr>
            <a:spLocks noGrp="1"/>
          </p:cNvSpPr>
          <p:nvPr>
            <p:ph type="sldNum" sz="quarter" idx="12"/>
          </p:nvPr>
        </p:nvSpPr>
        <p:spPr bwMode="gray"/>
        <p:txBody>
          <a:bodyPr/>
          <a:lstStyle/>
          <a:p>
            <a:fld id="{733122C9-A0B9-462F-8757-0847AD287B63}" type="slidenum">
              <a:rPr lang="en-GB" smtClean="0"/>
              <a:pPr/>
              <a:t>2</a:t>
            </a:fld>
            <a:endParaRPr lang="en-GB"/>
          </a:p>
        </p:txBody>
      </p:sp>
      <p:sp>
        <p:nvSpPr>
          <p:cNvPr id="12" name="Espace réservé du texte 11"/>
          <p:cNvSpPr>
            <a:spLocks noGrp="1"/>
          </p:cNvSpPr>
          <p:nvPr>
            <p:ph type="body" sz="quarter" idx="17"/>
          </p:nvPr>
        </p:nvSpPr>
        <p:spPr bwMode="gray">
          <a:xfrm>
            <a:off x="4824026" y="1819175"/>
            <a:ext cx="6573600" cy="4381599"/>
          </a:xfrm>
        </p:spPr>
        <p:txBody>
          <a:bodyPr anchor="ctr">
            <a:normAutofit/>
          </a:bodyPr>
          <a:lstStyle/>
          <a:p>
            <a:r>
              <a:rPr lang="en-US" sz="2400" dirty="0"/>
              <a:t>Introduction</a:t>
            </a:r>
          </a:p>
          <a:p>
            <a:r>
              <a:rPr lang="en-US" sz="2400" dirty="0"/>
              <a:t>System Architecture</a:t>
            </a:r>
          </a:p>
          <a:p>
            <a:r>
              <a:rPr lang="en-US" sz="2400" dirty="0"/>
              <a:t>Main Components</a:t>
            </a:r>
          </a:p>
          <a:p>
            <a:r>
              <a:rPr lang="en-US" sz="2400" dirty="0"/>
              <a:t>Cabinet Layout</a:t>
            </a:r>
          </a:p>
          <a:p>
            <a:r>
              <a:rPr lang="en-US" sz="2400" dirty="0"/>
              <a:t>Drawing Process</a:t>
            </a:r>
          </a:p>
          <a:p>
            <a:r>
              <a:rPr lang="en-US" sz="2400" dirty="0"/>
              <a:t>Key Advantages</a:t>
            </a:r>
          </a:p>
          <a:p>
            <a:r>
              <a:rPr lang="en-US" sz="2400" dirty="0"/>
              <a:t>Conclusion</a:t>
            </a:r>
            <a:r>
              <a:rPr lang="en-GB" dirty="0"/>
              <a:t>	</a:t>
            </a:r>
          </a:p>
        </p:txBody>
      </p:sp>
    </p:spTree>
    <p:extLst>
      <p:ext uri="{BB962C8B-B14F-4D97-AF65-F5344CB8AC3E}">
        <p14:creationId xmlns:p14="http://schemas.microsoft.com/office/powerpoint/2010/main" val="2239480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4AEF9-3AFF-E5CC-DC7C-53FB9D9512C3}"/>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E2C2767-89BE-6375-788F-ACDAA732D156}"/>
              </a:ext>
            </a:extLst>
          </p:cNvPr>
          <p:cNvSpPr>
            <a:spLocks noGrp="1"/>
          </p:cNvSpPr>
          <p:nvPr>
            <p:ph type="dt" sz="half" idx="10"/>
          </p:nvPr>
        </p:nvSpPr>
        <p:spPr bwMode="gray"/>
        <p:txBody>
          <a:bodyPr/>
          <a:lstStyle/>
          <a:p>
            <a:r>
              <a:rPr lang="en-GB"/>
              <a:t>Date</a:t>
            </a:r>
          </a:p>
        </p:txBody>
      </p:sp>
      <p:sp>
        <p:nvSpPr>
          <p:cNvPr id="5" name="Espace réservé du pied de page 4">
            <a:extLst>
              <a:ext uri="{FF2B5EF4-FFF2-40B4-BE49-F238E27FC236}">
                <a16:creationId xmlns:a16="http://schemas.microsoft.com/office/drawing/2014/main" id="{8D28738A-E8D4-C700-2B92-80F442D569BC}"/>
              </a:ext>
            </a:extLst>
          </p:cNvPr>
          <p:cNvSpPr>
            <a:spLocks noGrp="1"/>
          </p:cNvSpPr>
          <p:nvPr>
            <p:ph type="ftr" sz="quarter" idx="11"/>
          </p:nvPr>
        </p:nvSpPr>
        <p:spPr bwMode="gray"/>
        <p:txBody>
          <a:bodyPr/>
          <a:lstStyle/>
          <a:p>
            <a:r>
              <a:rPr lang="en-GB"/>
              <a:t>Title of the presentation on three lines - Lorem impsum dolor sit amet consectetuer adipiscing elit, sed diam nonummy</a:t>
            </a:r>
          </a:p>
        </p:txBody>
      </p:sp>
      <p:sp>
        <p:nvSpPr>
          <p:cNvPr id="6" name="Espace réservé du numéro de diapositive 5">
            <a:extLst>
              <a:ext uri="{FF2B5EF4-FFF2-40B4-BE49-F238E27FC236}">
                <a16:creationId xmlns:a16="http://schemas.microsoft.com/office/drawing/2014/main" id="{F8B25DA1-6C23-058A-B4AE-2579DBD4883A}"/>
              </a:ext>
            </a:extLst>
          </p:cNvPr>
          <p:cNvSpPr>
            <a:spLocks noGrp="1"/>
          </p:cNvSpPr>
          <p:nvPr>
            <p:ph type="sldNum" sz="quarter" idx="12"/>
          </p:nvPr>
        </p:nvSpPr>
        <p:spPr bwMode="gray"/>
        <p:txBody>
          <a:bodyPr/>
          <a:lstStyle/>
          <a:p>
            <a:fld id="{733122C9-A0B9-462F-8757-0847AD287B63}" type="slidenum">
              <a:rPr lang="en-GB" smtClean="0"/>
              <a:pPr/>
              <a:t>3</a:t>
            </a:fld>
            <a:endParaRPr lang="en-GB"/>
          </a:p>
        </p:txBody>
      </p:sp>
      <p:sp>
        <p:nvSpPr>
          <p:cNvPr id="8" name="Titre 7">
            <a:extLst>
              <a:ext uri="{FF2B5EF4-FFF2-40B4-BE49-F238E27FC236}">
                <a16:creationId xmlns:a16="http://schemas.microsoft.com/office/drawing/2014/main" id="{67294A7E-3E45-DB85-3837-5A13BB1582DD}"/>
              </a:ext>
            </a:extLst>
          </p:cNvPr>
          <p:cNvSpPr>
            <a:spLocks noGrp="1"/>
          </p:cNvSpPr>
          <p:nvPr>
            <p:ph type="title"/>
          </p:nvPr>
        </p:nvSpPr>
        <p:spPr bwMode="gray"/>
        <p:txBody>
          <a:bodyPr/>
          <a:lstStyle/>
          <a:p>
            <a:r>
              <a:rPr lang="en-GB"/>
              <a:t>01</a:t>
            </a:r>
          </a:p>
        </p:txBody>
      </p:sp>
      <p:sp>
        <p:nvSpPr>
          <p:cNvPr id="11" name="Espace réservé du texte 10">
            <a:extLst>
              <a:ext uri="{FF2B5EF4-FFF2-40B4-BE49-F238E27FC236}">
                <a16:creationId xmlns:a16="http://schemas.microsoft.com/office/drawing/2014/main" id="{749C02CA-83C4-183B-3424-F0476F6CAAB3}"/>
              </a:ext>
            </a:extLst>
          </p:cNvPr>
          <p:cNvSpPr>
            <a:spLocks noGrp="1"/>
          </p:cNvSpPr>
          <p:nvPr>
            <p:ph type="body" sz="quarter" idx="13"/>
          </p:nvPr>
        </p:nvSpPr>
        <p:spPr bwMode="gray">
          <a:xfrm>
            <a:off x="3942580" y="2169346"/>
            <a:ext cx="6621984" cy="1998000"/>
          </a:xfrm>
        </p:spPr>
        <p:txBody>
          <a:bodyPr/>
          <a:lstStyle/>
          <a:p>
            <a:pPr algn="ctr"/>
            <a:r>
              <a:rPr lang="en-US" dirty="0"/>
              <a:t>Pedal Cabinet Overview in Railway Signaling Systems</a:t>
            </a:r>
            <a:endParaRPr lang="en-GB" sz="2800" dirty="0"/>
          </a:p>
        </p:txBody>
      </p:sp>
    </p:spTree>
    <p:extLst>
      <p:ext uri="{BB962C8B-B14F-4D97-AF65-F5344CB8AC3E}">
        <p14:creationId xmlns:p14="http://schemas.microsoft.com/office/powerpoint/2010/main" val="24169777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74974" y="1005097"/>
            <a:ext cx="7280065" cy="215443"/>
          </a:xfrm>
        </p:spPr>
        <p:txBody>
          <a:bodyPr>
            <a:normAutofit fontScale="90000"/>
          </a:bodyPr>
          <a:lstStyle/>
          <a:p>
            <a:pPr algn="ctr"/>
            <a:r>
              <a:rPr lang="en-US"/>
              <a:t>Pedal Cabinet Overview in Railway Signaling Systems</a:t>
            </a:r>
            <a:endParaRPr lang="en-GB" dirty="0"/>
          </a:p>
        </p:txBody>
      </p:sp>
      <p:sp>
        <p:nvSpPr>
          <p:cNvPr id="3" name="Espace réservé de la date 2"/>
          <p:cNvSpPr>
            <a:spLocks noGrp="1"/>
          </p:cNvSpPr>
          <p:nvPr>
            <p:ph type="dt" sz="half" idx="14"/>
          </p:nvPr>
        </p:nvSpPr>
        <p:spPr bwMode="gray"/>
        <p:txBody>
          <a:bodyPr/>
          <a:lstStyle/>
          <a:p>
            <a:pPr algn="l"/>
            <a:r>
              <a:rPr lang="en-GB">
                <a:latin typeface="+mj-lt"/>
              </a:rPr>
              <a:t>Date</a:t>
            </a:r>
          </a:p>
        </p:txBody>
      </p:sp>
      <p:sp>
        <p:nvSpPr>
          <p:cNvPr id="4" name="Espace réservé du pied de page 3"/>
          <p:cNvSpPr>
            <a:spLocks noGrp="1"/>
          </p:cNvSpPr>
          <p:nvPr>
            <p:ph type="ftr" sz="quarter" idx="15"/>
          </p:nvPr>
        </p:nvSpPr>
        <p:spPr bwMode="gray"/>
        <p:txBody>
          <a:bodyPr/>
          <a:lstStyle/>
          <a:p>
            <a:r>
              <a:rPr lang="en-GB">
                <a:latin typeface="+mj-lt"/>
              </a:rPr>
              <a:t>Title of the presentation on three lines - Lorem impsum dolor sit amet consectetuer adipiscing elit, sed diam nonummy</a:t>
            </a:r>
          </a:p>
        </p:txBody>
      </p:sp>
      <p:sp>
        <p:nvSpPr>
          <p:cNvPr id="5" name="Espace réservé du numéro de diapositive 4"/>
          <p:cNvSpPr>
            <a:spLocks noGrp="1"/>
          </p:cNvSpPr>
          <p:nvPr>
            <p:ph type="sldNum" sz="quarter" idx="16"/>
          </p:nvPr>
        </p:nvSpPr>
        <p:spPr bwMode="gray"/>
        <p:txBody>
          <a:bodyPr/>
          <a:lstStyle/>
          <a:p>
            <a:fld id="{733122C9-A0B9-462F-8757-0847AD287B63}" type="slidenum">
              <a:rPr lang="en-GB" smtClean="0">
                <a:latin typeface="+mj-lt"/>
              </a:rPr>
              <a:pPr/>
              <a:t>4</a:t>
            </a:fld>
            <a:endParaRPr lang="en-GB">
              <a:latin typeface="+mj-lt"/>
            </a:endParaRPr>
          </a:p>
        </p:txBody>
      </p:sp>
      <p:sp>
        <p:nvSpPr>
          <p:cNvPr id="8" name="TextBox 7">
            <a:extLst>
              <a:ext uri="{FF2B5EF4-FFF2-40B4-BE49-F238E27FC236}">
                <a16:creationId xmlns:a16="http://schemas.microsoft.com/office/drawing/2014/main" id="{AC3A22FB-1D01-0326-7F75-9A4A25D1DBAD}"/>
              </a:ext>
            </a:extLst>
          </p:cNvPr>
          <p:cNvSpPr txBox="1"/>
          <p:nvPr/>
        </p:nvSpPr>
        <p:spPr>
          <a:xfrm>
            <a:off x="239724" y="1443841"/>
            <a:ext cx="7932004" cy="3785652"/>
          </a:xfrm>
          <a:prstGeom prst="rect">
            <a:avLst/>
          </a:prstGeom>
          <a:noFill/>
        </p:spPr>
        <p:txBody>
          <a:bodyPr wrap="square" rtlCol="0">
            <a:spAutoFit/>
          </a:bodyPr>
          <a:lstStyle/>
          <a:p>
            <a:r>
              <a:rPr lang="en-US" sz="2000"/>
              <a:t>The pedal cabinet is a field-side signaling enclosure associated with track-mounted train detection equipment. It provides the interface between the field detection devices and the downstream signaling or control system.</a:t>
            </a:r>
            <a:br>
              <a:rPr lang="en-US" sz="2000"/>
            </a:br>
            <a:endParaRPr lang="en-US" sz="2000"/>
          </a:p>
          <a:p>
            <a:r>
              <a:rPr lang="en-US" sz="2000"/>
              <a:t>Within the system architecture, the pedal cabinet serves as the point where field wiring, power distribution, surge protection, and signal interfacing are brought together in an organized arrangement.</a:t>
            </a:r>
            <a:br>
              <a:rPr lang="en-US" sz="2000"/>
            </a:br>
            <a:endParaRPr lang="en-US" sz="2000"/>
          </a:p>
          <a:p>
            <a:r>
              <a:rPr lang="en-US" sz="2000"/>
              <a:t>Its role is to receive the field-side connections, route them through the required internal components, and transfer the corresponding status information to the control equipment.</a:t>
            </a:r>
            <a:endParaRPr lang="en-US" sz="2000" dirty="0"/>
          </a:p>
        </p:txBody>
      </p:sp>
      <p:pic>
        <p:nvPicPr>
          <p:cNvPr id="14" name="Picture 13">
            <a:extLst>
              <a:ext uri="{FF2B5EF4-FFF2-40B4-BE49-F238E27FC236}">
                <a16:creationId xmlns:a16="http://schemas.microsoft.com/office/drawing/2014/main" id="{57813CC9-928B-813D-3BCE-F89227A870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71728" y="1097823"/>
            <a:ext cx="3665297" cy="4662354"/>
          </a:xfrm>
          <a:prstGeom prst="rect">
            <a:avLst/>
          </a:prstGeom>
        </p:spPr>
      </p:pic>
    </p:spTree>
    <p:extLst>
      <p:ext uri="{BB962C8B-B14F-4D97-AF65-F5344CB8AC3E}">
        <p14:creationId xmlns:p14="http://schemas.microsoft.com/office/powerpoint/2010/main" val="2057542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bwMode="gray"/>
        <p:txBody>
          <a:bodyPr/>
          <a:lstStyle/>
          <a:p>
            <a:r>
              <a:rPr lang="en-GB"/>
              <a:t>Date</a:t>
            </a:r>
          </a:p>
        </p:txBody>
      </p:sp>
      <p:sp>
        <p:nvSpPr>
          <p:cNvPr id="5" name="Espace réservé du pied de page 4"/>
          <p:cNvSpPr>
            <a:spLocks noGrp="1"/>
          </p:cNvSpPr>
          <p:nvPr>
            <p:ph type="ftr" sz="quarter" idx="11"/>
          </p:nvPr>
        </p:nvSpPr>
        <p:spPr bwMode="gray"/>
        <p:txBody>
          <a:bodyPr/>
          <a:lstStyle/>
          <a:p>
            <a:r>
              <a:rPr lang="en-GB"/>
              <a:t>Title of the presentation on three lines - Lorem impsum dolor sit amet consectetuer adipiscing elit, sed diam nonummy</a:t>
            </a:r>
          </a:p>
        </p:txBody>
      </p:sp>
      <p:sp>
        <p:nvSpPr>
          <p:cNvPr id="6" name="Espace réservé du numéro de diapositive 5"/>
          <p:cNvSpPr>
            <a:spLocks noGrp="1"/>
          </p:cNvSpPr>
          <p:nvPr>
            <p:ph type="sldNum" sz="quarter" idx="12"/>
          </p:nvPr>
        </p:nvSpPr>
        <p:spPr bwMode="gray"/>
        <p:txBody>
          <a:bodyPr/>
          <a:lstStyle/>
          <a:p>
            <a:fld id="{733122C9-A0B9-462F-8757-0847AD287B63}" type="slidenum">
              <a:rPr lang="en-GB" smtClean="0"/>
              <a:pPr/>
              <a:t>5</a:t>
            </a:fld>
            <a:endParaRPr lang="en-GB"/>
          </a:p>
        </p:txBody>
      </p:sp>
      <p:sp>
        <p:nvSpPr>
          <p:cNvPr id="8" name="Titre 7"/>
          <p:cNvSpPr>
            <a:spLocks noGrp="1"/>
          </p:cNvSpPr>
          <p:nvPr>
            <p:ph type="title"/>
          </p:nvPr>
        </p:nvSpPr>
        <p:spPr bwMode="gray"/>
        <p:txBody>
          <a:bodyPr>
            <a:normAutofit/>
          </a:bodyPr>
          <a:lstStyle/>
          <a:p>
            <a:r>
              <a:rPr lang="en-GB" dirty="0"/>
              <a:t>0</a:t>
            </a:r>
            <a:r>
              <a:rPr lang="en-US" dirty="0"/>
              <a:t>2</a:t>
            </a:r>
            <a:endParaRPr lang="en-GB" dirty="0"/>
          </a:p>
        </p:txBody>
      </p:sp>
      <p:sp>
        <p:nvSpPr>
          <p:cNvPr id="11" name="Espace réservé du texte 10"/>
          <p:cNvSpPr>
            <a:spLocks noGrp="1"/>
          </p:cNvSpPr>
          <p:nvPr>
            <p:ph type="body" sz="quarter" idx="13"/>
          </p:nvPr>
        </p:nvSpPr>
        <p:spPr bwMode="gray"/>
        <p:txBody>
          <a:bodyPr/>
          <a:lstStyle/>
          <a:p>
            <a:r>
              <a:rPr lang="en-US" dirty="0"/>
              <a:t>System Architecture</a:t>
            </a:r>
          </a:p>
        </p:txBody>
      </p:sp>
    </p:spTree>
    <p:extLst>
      <p:ext uri="{BB962C8B-B14F-4D97-AF65-F5344CB8AC3E}">
        <p14:creationId xmlns:p14="http://schemas.microsoft.com/office/powerpoint/2010/main" val="18181582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D071B-6960-5BD8-4AB9-192DCAFCFD4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8EE6327-0C1B-EAF6-DE38-2EF7463D8033}"/>
              </a:ext>
            </a:extLst>
          </p:cNvPr>
          <p:cNvSpPr>
            <a:spLocks noGrp="1"/>
          </p:cNvSpPr>
          <p:nvPr>
            <p:ph type="title"/>
          </p:nvPr>
        </p:nvSpPr>
        <p:spPr>
          <a:xfrm>
            <a:off x="775915" y="1002575"/>
            <a:ext cx="7771185" cy="332088"/>
          </a:xfrm>
        </p:spPr>
        <p:txBody>
          <a:bodyPr>
            <a:normAutofit fontScale="90000"/>
          </a:bodyPr>
          <a:lstStyle/>
          <a:p>
            <a:r>
              <a:rPr lang="en-US" dirty="0"/>
              <a:t>System Architecture</a:t>
            </a:r>
            <a:br>
              <a:rPr lang="en-GB" dirty="0"/>
            </a:br>
            <a:endParaRPr lang="en-GB" dirty="0"/>
          </a:p>
        </p:txBody>
      </p:sp>
      <p:sp>
        <p:nvSpPr>
          <p:cNvPr id="3" name="Espace réservé de la date 2">
            <a:extLst>
              <a:ext uri="{FF2B5EF4-FFF2-40B4-BE49-F238E27FC236}">
                <a16:creationId xmlns:a16="http://schemas.microsoft.com/office/drawing/2014/main" id="{5715736F-235B-53EB-26BB-A1E22A1ADF0B}"/>
              </a:ext>
            </a:extLst>
          </p:cNvPr>
          <p:cNvSpPr>
            <a:spLocks noGrp="1"/>
          </p:cNvSpPr>
          <p:nvPr>
            <p:ph type="dt" sz="half" idx="14"/>
          </p:nvPr>
        </p:nvSpPr>
        <p:spPr bwMode="gray"/>
        <p:txBody>
          <a:bodyPr/>
          <a:lstStyle/>
          <a:p>
            <a:pPr algn="l"/>
            <a:r>
              <a:rPr lang="en-GB">
                <a:latin typeface="+mj-lt"/>
              </a:rPr>
              <a:t>Date</a:t>
            </a:r>
          </a:p>
        </p:txBody>
      </p:sp>
      <p:sp>
        <p:nvSpPr>
          <p:cNvPr id="4" name="Espace réservé du pied de page 3">
            <a:extLst>
              <a:ext uri="{FF2B5EF4-FFF2-40B4-BE49-F238E27FC236}">
                <a16:creationId xmlns:a16="http://schemas.microsoft.com/office/drawing/2014/main" id="{2373EE40-ADD5-A9B5-2F27-F72D2DBC3EF4}"/>
              </a:ext>
            </a:extLst>
          </p:cNvPr>
          <p:cNvSpPr>
            <a:spLocks noGrp="1"/>
          </p:cNvSpPr>
          <p:nvPr>
            <p:ph type="ftr" sz="quarter" idx="15"/>
          </p:nvPr>
        </p:nvSpPr>
        <p:spPr bwMode="gray"/>
        <p:txBody>
          <a:bodyPr/>
          <a:lstStyle/>
          <a:p>
            <a:r>
              <a:rPr lang="en-GB">
                <a:latin typeface="+mj-lt"/>
              </a:rPr>
              <a:t>Title of the presentation on three lines - Lorem impsum dolor sit amet consectetuer adipiscing elit, sed diam nonummy</a:t>
            </a:r>
          </a:p>
        </p:txBody>
      </p:sp>
      <p:sp>
        <p:nvSpPr>
          <p:cNvPr id="5" name="Espace réservé du numéro de diapositive 4">
            <a:extLst>
              <a:ext uri="{FF2B5EF4-FFF2-40B4-BE49-F238E27FC236}">
                <a16:creationId xmlns:a16="http://schemas.microsoft.com/office/drawing/2014/main" id="{141A77BB-7D19-7B1F-0A1F-17FF8FF5EF94}"/>
              </a:ext>
            </a:extLst>
          </p:cNvPr>
          <p:cNvSpPr>
            <a:spLocks noGrp="1"/>
          </p:cNvSpPr>
          <p:nvPr>
            <p:ph type="sldNum" sz="quarter" idx="16"/>
          </p:nvPr>
        </p:nvSpPr>
        <p:spPr bwMode="gray"/>
        <p:txBody>
          <a:bodyPr/>
          <a:lstStyle/>
          <a:p>
            <a:fld id="{733122C9-A0B9-462F-8757-0847AD287B63}" type="slidenum">
              <a:rPr lang="en-GB" smtClean="0">
                <a:latin typeface="+mj-lt"/>
              </a:rPr>
              <a:pPr/>
              <a:t>6</a:t>
            </a:fld>
            <a:endParaRPr lang="en-GB">
              <a:latin typeface="+mj-lt"/>
            </a:endParaRPr>
          </a:p>
        </p:txBody>
      </p:sp>
      <p:sp>
        <p:nvSpPr>
          <p:cNvPr id="8" name="TextBox 7">
            <a:extLst>
              <a:ext uri="{FF2B5EF4-FFF2-40B4-BE49-F238E27FC236}">
                <a16:creationId xmlns:a16="http://schemas.microsoft.com/office/drawing/2014/main" id="{D0CF5345-EC74-7DAB-08E5-0A8BBCE95D90}"/>
              </a:ext>
            </a:extLst>
          </p:cNvPr>
          <p:cNvSpPr txBox="1"/>
          <p:nvPr/>
        </p:nvSpPr>
        <p:spPr>
          <a:xfrm>
            <a:off x="239723" y="1372432"/>
            <a:ext cx="10762105" cy="923330"/>
          </a:xfrm>
          <a:prstGeom prst="rect">
            <a:avLst/>
          </a:prstGeom>
          <a:noFill/>
        </p:spPr>
        <p:txBody>
          <a:bodyPr wrap="square" rtlCol="0">
            <a:spAutoFit/>
          </a:bodyPr>
          <a:lstStyle/>
          <a:p>
            <a:r>
              <a:rPr lang="en-US" dirty="0"/>
              <a:t>The diagram below shows a top view of the interface architecture between the outdoor detection equipment, the IMC063 evaluation card, and the vital input card CCM-E.</a:t>
            </a:r>
          </a:p>
          <a:p>
            <a:endParaRPr lang="en-US" dirty="0">
              <a:solidFill>
                <a:schemeClr val="accent3"/>
              </a:solidFill>
            </a:endParaRPr>
          </a:p>
        </p:txBody>
      </p:sp>
      <p:sp>
        <p:nvSpPr>
          <p:cNvPr id="13" name="Titre 1">
            <a:extLst>
              <a:ext uri="{FF2B5EF4-FFF2-40B4-BE49-F238E27FC236}">
                <a16:creationId xmlns:a16="http://schemas.microsoft.com/office/drawing/2014/main" id="{5519BE5B-3423-4101-FC7F-017CF989D7A8}"/>
              </a:ext>
            </a:extLst>
          </p:cNvPr>
          <p:cNvSpPr txBox="1">
            <a:spLocks/>
          </p:cNvSpPr>
          <p:nvPr/>
        </p:nvSpPr>
        <p:spPr bwMode="gray">
          <a:xfrm>
            <a:off x="2573382" y="5839277"/>
            <a:ext cx="6094785" cy="332088"/>
          </a:xfrm>
          <a:prstGeom prst="rect">
            <a:avLst/>
          </a:prstGeom>
        </p:spPr>
        <p:txBody>
          <a:bodyPr vert="horz" lIns="0" tIns="0" rIns="0" bIns="0" rtlCol="0" anchor="t" anchorCtr="0">
            <a:normAutofit fontScale="75000" lnSpcReduction="20000"/>
          </a:bodyPr>
          <a:lstStyle>
            <a:lvl1pPr algn="l" defTabSz="914400" rtl="0" eaLnBrk="1" latinLnBrk="0" hangingPunct="1">
              <a:lnSpc>
                <a:spcPct val="75000"/>
              </a:lnSpc>
              <a:spcBef>
                <a:spcPct val="0"/>
              </a:spcBef>
              <a:buNone/>
              <a:defRPr sz="2400" b="0" kern="1200">
                <a:solidFill>
                  <a:schemeClr val="accent3"/>
                </a:solidFill>
                <a:latin typeface="+mj-lt"/>
                <a:ea typeface="+mj-ea"/>
                <a:cs typeface="+mj-cs"/>
              </a:defRPr>
            </a:lvl1pPr>
          </a:lstStyle>
          <a:p>
            <a:pPr algn="ctr"/>
            <a:r>
              <a:rPr lang="en-US" dirty="0"/>
              <a:t>System Architecture for </a:t>
            </a:r>
            <a:r>
              <a:rPr lang="en-GB" dirty="0"/>
              <a:t>Pedal Cabinet</a:t>
            </a:r>
            <a:br>
              <a:rPr lang="en-GB" dirty="0"/>
            </a:br>
            <a:endParaRPr lang="en-GB" dirty="0"/>
          </a:p>
        </p:txBody>
      </p:sp>
      <p:pic>
        <p:nvPicPr>
          <p:cNvPr id="7" name="Picture 6">
            <a:extLst>
              <a:ext uri="{FF2B5EF4-FFF2-40B4-BE49-F238E27FC236}">
                <a16:creationId xmlns:a16="http://schemas.microsoft.com/office/drawing/2014/main" id="{3B55C938-C811-F279-F4D8-29E6C64A5A9F}"/>
              </a:ext>
            </a:extLst>
          </p:cNvPr>
          <p:cNvPicPr>
            <a:picLocks noChangeAspect="1"/>
          </p:cNvPicPr>
          <p:nvPr/>
        </p:nvPicPr>
        <p:blipFill>
          <a:blip r:embed="rId3"/>
          <a:stretch>
            <a:fillRect/>
          </a:stretch>
        </p:blipFill>
        <p:spPr>
          <a:xfrm>
            <a:off x="239723" y="1967673"/>
            <a:ext cx="11791157" cy="3604452"/>
          </a:xfrm>
          <a:prstGeom prst="rect">
            <a:avLst/>
          </a:prstGeom>
        </p:spPr>
      </p:pic>
    </p:spTree>
    <p:extLst>
      <p:ext uri="{BB962C8B-B14F-4D97-AF65-F5344CB8AC3E}">
        <p14:creationId xmlns:p14="http://schemas.microsoft.com/office/powerpoint/2010/main" val="1283921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445D3-CABC-5580-82FD-64C12193139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99FF443-6C52-0652-0BB0-BBB15451EC6F}"/>
              </a:ext>
            </a:extLst>
          </p:cNvPr>
          <p:cNvSpPr>
            <a:spLocks noGrp="1"/>
          </p:cNvSpPr>
          <p:nvPr>
            <p:ph type="title"/>
          </p:nvPr>
        </p:nvSpPr>
        <p:spPr>
          <a:xfrm>
            <a:off x="775915" y="1002575"/>
            <a:ext cx="7771185" cy="332088"/>
          </a:xfrm>
        </p:spPr>
        <p:txBody>
          <a:bodyPr>
            <a:normAutofit fontScale="90000"/>
          </a:bodyPr>
          <a:lstStyle/>
          <a:p>
            <a:r>
              <a:rPr lang="en-GB" dirty="0"/>
              <a:t>Pedal Cabinet Connection Wiring:</a:t>
            </a:r>
            <a:br>
              <a:rPr lang="en-GB" dirty="0"/>
            </a:br>
            <a:endParaRPr lang="en-GB" dirty="0"/>
          </a:p>
        </p:txBody>
      </p:sp>
      <p:sp>
        <p:nvSpPr>
          <p:cNvPr id="3" name="Espace réservé de la date 2">
            <a:extLst>
              <a:ext uri="{FF2B5EF4-FFF2-40B4-BE49-F238E27FC236}">
                <a16:creationId xmlns:a16="http://schemas.microsoft.com/office/drawing/2014/main" id="{BFD1653E-83FD-1FF1-4E51-561B31365F7B}"/>
              </a:ext>
            </a:extLst>
          </p:cNvPr>
          <p:cNvSpPr>
            <a:spLocks noGrp="1"/>
          </p:cNvSpPr>
          <p:nvPr>
            <p:ph type="dt" sz="half" idx="14"/>
          </p:nvPr>
        </p:nvSpPr>
        <p:spPr bwMode="gray"/>
        <p:txBody>
          <a:bodyPr/>
          <a:lstStyle/>
          <a:p>
            <a:pPr algn="l"/>
            <a:r>
              <a:rPr lang="en-GB">
                <a:latin typeface="+mj-lt"/>
              </a:rPr>
              <a:t>Date</a:t>
            </a:r>
          </a:p>
        </p:txBody>
      </p:sp>
      <p:sp>
        <p:nvSpPr>
          <p:cNvPr id="4" name="Espace réservé du pied de page 3">
            <a:extLst>
              <a:ext uri="{FF2B5EF4-FFF2-40B4-BE49-F238E27FC236}">
                <a16:creationId xmlns:a16="http://schemas.microsoft.com/office/drawing/2014/main" id="{254DFC71-8DD5-82F5-800D-728A2F81CE6A}"/>
              </a:ext>
            </a:extLst>
          </p:cNvPr>
          <p:cNvSpPr>
            <a:spLocks noGrp="1"/>
          </p:cNvSpPr>
          <p:nvPr>
            <p:ph type="ftr" sz="quarter" idx="15"/>
          </p:nvPr>
        </p:nvSpPr>
        <p:spPr bwMode="gray"/>
        <p:txBody>
          <a:bodyPr/>
          <a:lstStyle/>
          <a:p>
            <a:r>
              <a:rPr lang="en-GB">
                <a:latin typeface="+mj-lt"/>
              </a:rPr>
              <a:t>Title of the presentation on three lines - Lorem impsum dolor sit amet consectetuer adipiscing elit, sed diam nonummy</a:t>
            </a:r>
          </a:p>
        </p:txBody>
      </p:sp>
      <p:sp>
        <p:nvSpPr>
          <p:cNvPr id="5" name="Espace réservé du numéro de diapositive 4">
            <a:extLst>
              <a:ext uri="{FF2B5EF4-FFF2-40B4-BE49-F238E27FC236}">
                <a16:creationId xmlns:a16="http://schemas.microsoft.com/office/drawing/2014/main" id="{F5CCA185-C534-6876-7D8B-2C07F514C7BE}"/>
              </a:ext>
            </a:extLst>
          </p:cNvPr>
          <p:cNvSpPr>
            <a:spLocks noGrp="1"/>
          </p:cNvSpPr>
          <p:nvPr>
            <p:ph type="sldNum" sz="quarter" idx="16"/>
          </p:nvPr>
        </p:nvSpPr>
        <p:spPr bwMode="gray"/>
        <p:txBody>
          <a:bodyPr/>
          <a:lstStyle/>
          <a:p>
            <a:fld id="{733122C9-A0B9-462F-8757-0847AD287B63}" type="slidenum">
              <a:rPr lang="en-GB" smtClean="0">
                <a:latin typeface="+mj-lt"/>
              </a:rPr>
              <a:pPr/>
              <a:t>7</a:t>
            </a:fld>
            <a:endParaRPr lang="en-GB">
              <a:latin typeface="+mj-lt"/>
            </a:endParaRPr>
          </a:p>
        </p:txBody>
      </p:sp>
      <p:pic>
        <p:nvPicPr>
          <p:cNvPr id="7" name="Picture 6">
            <a:extLst>
              <a:ext uri="{FF2B5EF4-FFF2-40B4-BE49-F238E27FC236}">
                <a16:creationId xmlns:a16="http://schemas.microsoft.com/office/drawing/2014/main" id="{71A4863D-BA25-6509-DFF2-92DA33416360}"/>
              </a:ext>
            </a:extLst>
          </p:cNvPr>
          <p:cNvPicPr>
            <a:picLocks noChangeAspect="1"/>
          </p:cNvPicPr>
          <p:nvPr/>
        </p:nvPicPr>
        <p:blipFill>
          <a:blip r:embed="rId3"/>
          <a:stretch>
            <a:fillRect/>
          </a:stretch>
        </p:blipFill>
        <p:spPr>
          <a:xfrm>
            <a:off x="1454548" y="1550253"/>
            <a:ext cx="8799777" cy="4575244"/>
          </a:xfrm>
          <a:prstGeom prst="rect">
            <a:avLst/>
          </a:prstGeom>
        </p:spPr>
      </p:pic>
    </p:spTree>
    <p:extLst>
      <p:ext uri="{BB962C8B-B14F-4D97-AF65-F5344CB8AC3E}">
        <p14:creationId xmlns:p14="http://schemas.microsoft.com/office/powerpoint/2010/main" val="2374967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D19A2-141D-62F3-13E3-9CB763FEB4EF}"/>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899F3884-3ECD-5A20-C1E9-A7F39B6FD07E}"/>
              </a:ext>
            </a:extLst>
          </p:cNvPr>
          <p:cNvSpPr>
            <a:spLocks noGrp="1"/>
          </p:cNvSpPr>
          <p:nvPr>
            <p:ph type="dt" sz="half" idx="10"/>
          </p:nvPr>
        </p:nvSpPr>
        <p:spPr bwMode="gray"/>
        <p:txBody>
          <a:bodyPr/>
          <a:lstStyle/>
          <a:p>
            <a:r>
              <a:rPr lang="en-GB"/>
              <a:t>Date</a:t>
            </a:r>
          </a:p>
        </p:txBody>
      </p:sp>
      <p:sp>
        <p:nvSpPr>
          <p:cNvPr id="5" name="Espace réservé du pied de page 4">
            <a:extLst>
              <a:ext uri="{FF2B5EF4-FFF2-40B4-BE49-F238E27FC236}">
                <a16:creationId xmlns:a16="http://schemas.microsoft.com/office/drawing/2014/main" id="{A6813D59-369B-F414-280D-4C208CF1EACE}"/>
              </a:ext>
            </a:extLst>
          </p:cNvPr>
          <p:cNvSpPr>
            <a:spLocks noGrp="1"/>
          </p:cNvSpPr>
          <p:nvPr>
            <p:ph type="ftr" sz="quarter" idx="11"/>
          </p:nvPr>
        </p:nvSpPr>
        <p:spPr bwMode="gray"/>
        <p:txBody>
          <a:bodyPr/>
          <a:lstStyle/>
          <a:p>
            <a:r>
              <a:rPr lang="en-GB"/>
              <a:t>Title of the presentation on three lines - Lorem impsum dolor sit amet consectetuer adipiscing elit, sed diam nonummy</a:t>
            </a:r>
          </a:p>
        </p:txBody>
      </p:sp>
      <p:sp>
        <p:nvSpPr>
          <p:cNvPr id="6" name="Espace réservé du numéro de diapositive 5">
            <a:extLst>
              <a:ext uri="{FF2B5EF4-FFF2-40B4-BE49-F238E27FC236}">
                <a16:creationId xmlns:a16="http://schemas.microsoft.com/office/drawing/2014/main" id="{7475F0E5-F70E-5393-C5F9-7FEAB4198172}"/>
              </a:ext>
            </a:extLst>
          </p:cNvPr>
          <p:cNvSpPr>
            <a:spLocks noGrp="1"/>
          </p:cNvSpPr>
          <p:nvPr>
            <p:ph type="sldNum" sz="quarter" idx="12"/>
          </p:nvPr>
        </p:nvSpPr>
        <p:spPr bwMode="gray"/>
        <p:txBody>
          <a:bodyPr/>
          <a:lstStyle/>
          <a:p>
            <a:fld id="{733122C9-A0B9-462F-8757-0847AD287B63}" type="slidenum">
              <a:rPr lang="en-GB" smtClean="0"/>
              <a:pPr/>
              <a:t>8</a:t>
            </a:fld>
            <a:endParaRPr lang="en-GB"/>
          </a:p>
        </p:txBody>
      </p:sp>
      <p:sp>
        <p:nvSpPr>
          <p:cNvPr id="8" name="Titre 7">
            <a:extLst>
              <a:ext uri="{FF2B5EF4-FFF2-40B4-BE49-F238E27FC236}">
                <a16:creationId xmlns:a16="http://schemas.microsoft.com/office/drawing/2014/main" id="{2BCF8661-D099-0BA4-3361-D901DD7693AD}"/>
              </a:ext>
            </a:extLst>
          </p:cNvPr>
          <p:cNvSpPr>
            <a:spLocks noGrp="1"/>
          </p:cNvSpPr>
          <p:nvPr>
            <p:ph type="title"/>
          </p:nvPr>
        </p:nvSpPr>
        <p:spPr bwMode="gray"/>
        <p:txBody>
          <a:bodyPr>
            <a:normAutofit/>
          </a:bodyPr>
          <a:lstStyle/>
          <a:p>
            <a:r>
              <a:rPr lang="en-GB" dirty="0"/>
              <a:t>0</a:t>
            </a:r>
            <a:r>
              <a:rPr lang="en-US" dirty="0"/>
              <a:t>3</a:t>
            </a:r>
            <a:endParaRPr lang="en-GB" dirty="0"/>
          </a:p>
        </p:txBody>
      </p:sp>
      <p:sp>
        <p:nvSpPr>
          <p:cNvPr id="11" name="Espace réservé du texte 10">
            <a:extLst>
              <a:ext uri="{FF2B5EF4-FFF2-40B4-BE49-F238E27FC236}">
                <a16:creationId xmlns:a16="http://schemas.microsoft.com/office/drawing/2014/main" id="{D9753E0F-88A5-2A38-C002-EE77A59D0D3B}"/>
              </a:ext>
            </a:extLst>
          </p:cNvPr>
          <p:cNvSpPr>
            <a:spLocks noGrp="1"/>
          </p:cNvSpPr>
          <p:nvPr>
            <p:ph type="body" sz="quarter" idx="13"/>
          </p:nvPr>
        </p:nvSpPr>
        <p:spPr bwMode="gray"/>
        <p:txBody>
          <a:bodyPr/>
          <a:lstStyle/>
          <a:p>
            <a:r>
              <a:rPr lang="en-US" dirty="0"/>
              <a:t>Main Components</a:t>
            </a:r>
          </a:p>
        </p:txBody>
      </p:sp>
    </p:spTree>
    <p:extLst>
      <p:ext uri="{BB962C8B-B14F-4D97-AF65-F5344CB8AC3E}">
        <p14:creationId xmlns:p14="http://schemas.microsoft.com/office/powerpoint/2010/main" val="32642760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837A3-4533-FC7C-E913-CA769F81D1E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18A4E1F-C6AC-808E-1D55-1E8EE7BE06F2}"/>
              </a:ext>
            </a:extLst>
          </p:cNvPr>
          <p:cNvSpPr>
            <a:spLocks noGrp="1"/>
          </p:cNvSpPr>
          <p:nvPr>
            <p:ph type="title"/>
          </p:nvPr>
        </p:nvSpPr>
        <p:spPr>
          <a:xfrm>
            <a:off x="775915" y="1002575"/>
            <a:ext cx="7771185" cy="332088"/>
          </a:xfrm>
        </p:spPr>
        <p:txBody>
          <a:bodyPr>
            <a:normAutofit fontScale="90000"/>
          </a:bodyPr>
          <a:lstStyle/>
          <a:p>
            <a:r>
              <a:rPr lang="en-US" dirty="0"/>
              <a:t>Main Components for </a:t>
            </a:r>
            <a:r>
              <a:rPr lang="en-GB" dirty="0"/>
              <a:t>Pedal Cabinet:</a:t>
            </a:r>
            <a:br>
              <a:rPr lang="en-GB" dirty="0"/>
            </a:br>
            <a:endParaRPr lang="en-GB" dirty="0"/>
          </a:p>
        </p:txBody>
      </p:sp>
      <p:sp>
        <p:nvSpPr>
          <p:cNvPr id="3" name="Espace réservé de la date 2">
            <a:extLst>
              <a:ext uri="{FF2B5EF4-FFF2-40B4-BE49-F238E27FC236}">
                <a16:creationId xmlns:a16="http://schemas.microsoft.com/office/drawing/2014/main" id="{928E60CA-F122-0B48-6348-665477E8D6BD}"/>
              </a:ext>
            </a:extLst>
          </p:cNvPr>
          <p:cNvSpPr>
            <a:spLocks noGrp="1"/>
          </p:cNvSpPr>
          <p:nvPr>
            <p:ph type="dt" sz="half" idx="14"/>
          </p:nvPr>
        </p:nvSpPr>
        <p:spPr bwMode="gray"/>
        <p:txBody>
          <a:bodyPr/>
          <a:lstStyle/>
          <a:p>
            <a:pPr algn="l"/>
            <a:r>
              <a:rPr lang="en-GB">
                <a:latin typeface="+mj-lt"/>
              </a:rPr>
              <a:t>Date</a:t>
            </a:r>
          </a:p>
        </p:txBody>
      </p:sp>
      <p:sp>
        <p:nvSpPr>
          <p:cNvPr id="4" name="Espace réservé du pied de page 3">
            <a:extLst>
              <a:ext uri="{FF2B5EF4-FFF2-40B4-BE49-F238E27FC236}">
                <a16:creationId xmlns:a16="http://schemas.microsoft.com/office/drawing/2014/main" id="{5F2261A8-FE54-5143-10B9-533D5E2F0414}"/>
              </a:ext>
            </a:extLst>
          </p:cNvPr>
          <p:cNvSpPr>
            <a:spLocks noGrp="1"/>
          </p:cNvSpPr>
          <p:nvPr>
            <p:ph type="ftr" sz="quarter" idx="15"/>
          </p:nvPr>
        </p:nvSpPr>
        <p:spPr bwMode="gray"/>
        <p:txBody>
          <a:bodyPr/>
          <a:lstStyle/>
          <a:p>
            <a:r>
              <a:rPr lang="en-GB">
                <a:latin typeface="+mj-lt"/>
              </a:rPr>
              <a:t>Title of the presentation on three lines - Lorem impsum dolor sit amet consectetuer adipiscing elit, sed diam nonummy</a:t>
            </a:r>
          </a:p>
        </p:txBody>
      </p:sp>
      <p:sp>
        <p:nvSpPr>
          <p:cNvPr id="5" name="Espace réservé du numéro de diapositive 4">
            <a:extLst>
              <a:ext uri="{FF2B5EF4-FFF2-40B4-BE49-F238E27FC236}">
                <a16:creationId xmlns:a16="http://schemas.microsoft.com/office/drawing/2014/main" id="{8912D027-9A32-E511-0B74-51B5AAC74EB5}"/>
              </a:ext>
            </a:extLst>
          </p:cNvPr>
          <p:cNvSpPr>
            <a:spLocks noGrp="1"/>
          </p:cNvSpPr>
          <p:nvPr>
            <p:ph type="sldNum" sz="quarter" idx="16"/>
          </p:nvPr>
        </p:nvSpPr>
        <p:spPr bwMode="gray"/>
        <p:txBody>
          <a:bodyPr/>
          <a:lstStyle/>
          <a:p>
            <a:fld id="{733122C9-A0B9-462F-8757-0847AD287B63}" type="slidenum">
              <a:rPr lang="en-GB" smtClean="0">
                <a:latin typeface="+mj-lt"/>
              </a:rPr>
              <a:pPr/>
              <a:t>9</a:t>
            </a:fld>
            <a:endParaRPr lang="en-GB">
              <a:latin typeface="+mj-lt"/>
            </a:endParaRPr>
          </a:p>
        </p:txBody>
      </p:sp>
      <p:pic>
        <p:nvPicPr>
          <p:cNvPr id="14" name="Picture 13">
            <a:extLst>
              <a:ext uri="{FF2B5EF4-FFF2-40B4-BE49-F238E27FC236}">
                <a16:creationId xmlns:a16="http://schemas.microsoft.com/office/drawing/2014/main" id="{4D6440D7-DE8E-E71D-8B45-A4C845F4AA12}"/>
              </a:ext>
            </a:extLst>
          </p:cNvPr>
          <p:cNvPicPr>
            <a:picLocks noChangeAspect="1"/>
          </p:cNvPicPr>
          <p:nvPr/>
        </p:nvPicPr>
        <p:blipFill>
          <a:blip r:embed="rId3"/>
          <a:stretch>
            <a:fillRect/>
          </a:stretch>
        </p:blipFill>
        <p:spPr>
          <a:xfrm>
            <a:off x="8235853" y="688924"/>
            <a:ext cx="3778444" cy="1974951"/>
          </a:xfrm>
          <a:prstGeom prst="rect">
            <a:avLst/>
          </a:prstGeom>
        </p:spPr>
      </p:pic>
      <p:sp>
        <p:nvSpPr>
          <p:cNvPr id="15" name="TextBox 14">
            <a:extLst>
              <a:ext uri="{FF2B5EF4-FFF2-40B4-BE49-F238E27FC236}">
                <a16:creationId xmlns:a16="http://schemas.microsoft.com/office/drawing/2014/main" id="{4269D67B-CAC9-0A93-45F4-1050447FD02E}"/>
              </a:ext>
            </a:extLst>
          </p:cNvPr>
          <p:cNvSpPr txBox="1"/>
          <p:nvPr/>
        </p:nvSpPr>
        <p:spPr>
          <a:xfrm>
            <a:off x="471444" y="1494324"/>
            <a:ext cx="7615281" cy="2185214"/>
          </a:xfrm>
          <a:prstGeom prst="rect">
            <a:avLst/>
          </a:prstGeom>
          <a:noFill/>
        </p:spPr>
        <p:txBody>
          <a:bodyPr wrap="square">
            <a:spAutoFit/>
          </a:bodyPr>
          <a:lstStyle/>
          <a:p>
            <a:r>
              <a:rPr lang="en-US" sz="2000" b="1" dirty="0">
                <a:solidFill>
                  <a:schemeClr val="accent1"/>
                </a:solidFill>
              </a:rPr>
              <a:t>Functional Object:</a:t>
            </a:r>
          </a:p>
          <a:p>
            <a:endParaRPr lang="en-US" sz="800" b="1" dirty="0">
              <a:solidFill>
                <a:schemeClr val="accent1"/>
              </a:solidFill>
            </a:endParaRPr>
          </a:p>
          <a:p>
            <a:r>
              <a:rPr lang="en-US" b="1" dirty="0"/>
              <a:t>IMC063 Evaluation Board:</a:t>
            </a:r>
          </a:p>
          <a:p>
            <a:r>
              <a:rPr lang="en-US" dirty="0"/>
              <a:t>The IMC063 evaluation board sends different states to the CCM-E controller board according to the axle counter status.</a:t>
            </a:r>
            <a:br>
              <a:rPr lang="ar-EG" dirty="0"/>
            </a:br>
            <a:r>
              <a:rPr lang="en-US" dirty="0"/>
              <a:t>For the PDD Project, the IMC063 evaluation board can be configured for two different application modes depending on the required signaling function:</a:t>
            </a:r>
            <a:endParaRPr lang="ar-EG" dirty="0"/>
          </a:p>
        </p:txBody>
      </p:sp>
      <p:sp>
        <p:nvSpPr>
          <p:cNvPr id="7" name="TextBox 6">
            <a:extLst>
              <a:ext uri="{FF2B5EF4-FFF2-40B4-BE49-F238E27FC236}">
                <a16:creationId xmlns:a16="http://schemas.microsoft.com/office/drawing/2014/main" id="{D9A8FEFB-BADE-C223-6B90-520788FD9925}"/>
              </a:ext>
            </a:extLst>
          </p:cNvPr>
          <p:cNvSpPr txBox="1"/>
          <p:nvPr/>
        </p:nvSpPr>
        <p:spPr>
          <a:xfrm>
            <a:off x="322317" y="3679538"/>
            <a:ext cx="5075593" cy="1677382"/>
          </a:xfrm>
          <a:prstGeom prst="rect">
            <a:avLst/>
          </a:prstGeom>
          <a:noFill/>
        </p:spPr>
        <p:txBody>
          <a:bodyPr wrap="square">
            <a:spAutoFit/>
          </a:bodyPr>
          <a:lstStyle/>
          <a:p>
            <a:pPr marL="285750" indent="-285750">
              <a:buFont typeface="Arial" panose="020B0604020202020204" pitchFamily="34" charset="0"/>
              <a:buChar char="•"/>
            </a:pPr>
            <a:r>
              <a:rPr lang="en-US" b="1" dirty="0"/>
              <a:t>DA/EP Configuration</a:t>
            </a:r>
            <a:endParaRPr lang="ar-EG" b="1" dirty="0"/>
          </a:p>
          <a:p>
            <a:pPr marL="285750" indent="-285750" fontAlgn="t">
              <a:buFontTx/>
              <a:buChar char="-"/>
            </a:pPr>
            <a:r>
              <a:rPr lang="en-US" sz="1700" dirty="0"/>
              <a:t>Supports Automatic Destruction (DA) and </a:t>
            </a:r>
            <a:r>
              <a:rPr lang="en-US" sz="1700" dirty="0" err="1"/>
              <a:t>Enclenchement</a:t>
            </a:r>
            <a:r>
              <a:rPr lang="en-US" sz="1700" dirty="0"/>
              <a:t> de </a:t>
            </a:r>
            <a:r>
              <a:rPr lang="en-US" sz="1700" dirty="0" err="1"/>
              <a:t>Proximité</a:t>
            </a:r>
            <a:r>
              <a:rPr lang="en-US" sz="1700" dirty="0"/>
              <a:t> (EP) functions.</a:t>
            </a:r>
          </a:p>
          <a:p>
            <a:pPr marL="285750" indent="-285750" fontAlgn="t">
              <a:buFontTx/>
              <a:buChar char="-"/>
            </a:pPr>
            <a:r>
              <a:rPr lang="en-US" sz="1700" dirty="0"/>
              <a:t>Used to confirm train presence and determine the train direction, based on </a:t>
            </a:r>
            <a:r>
              <a:rPr lang="en-US" sz="1700" b="1" dirty="0"/>
              <a:t>Positive Detection Philosophy</a:t>
            </a:r>
          </a:p>
        </p:txBody>
      </p:sp>
      <p:sp>
        <p:nvSpPr>
          <p:cNvPr id="9" name="TextBox 8">
            <a:extLst>
              <a:ext uri="{FF2B5EF4-FFF2-40B4-BE49-F238E27FC236}">
                <a16:creationId xmlns:a16="http://schemas.microsoft.com/office/drawing/2014/main" id="{69728434-FF85-1955-FF29-ACEF91A5041D}"/>
              </a:ext>
            </a:extLst>
          </p:cNvPr>
          <p:cNvSpPr txBox="1"/>
          <p:nvPr/>
        </p:nvSpPr>
        <p:spPr>
          <a:xfrm>
            <a:off x="6146109" y="3732461"/>
            <a:ext cx="5404974" cy="1677382"/>
          </a:xfrm>
          <a:prstGeom prst="rect">
            <a:avLst/>
          </a:prstGeom>
          <a:noFill/>
        </p:spPr>
        <p:txBody>
          <a:bodyPr wrap="square">
            <a:spAutoFit/>
          </a:bodyPr>
          <a:lstStyle/>
          <a:p>
            <a:pPr marL="285750" indent="-285750">
              <a:buFont typeface="Arial" panose="020B0604020202020204" pitchFamily="34" charset="0"/>
              <a:buChar char="•"/>
            </a:pPr>
            <a:r>
              <a:rPr lang="en-US" b="1" dirty="0" err="1"/>
              <a:t>AxF</a:t>
            </a:r>
            <a:r>
              <a:rPr lang="en-US" b="1" dirty="0"/>
              <a:t>/PA Configuration</a:t>
            </a:r>
            <a:endParaRPr lang="ar-EG" b="1" dirty="0"/>
          </a:p>
          <a:p>
            <a:pPr marL="285750" indent="-285750" fontAlgn="t">
              <a:buFontTx/>
              <a:buChar char="-"/>
            </a:pPr>
            <a:r>
              <a:rPr lang="en-US" sz="1700" dirty="0"/>
              <a:t>Supports Auxiliary Closing (</a:t>
            </a:r>
            <a:r>
              <a:rPr lang="en-US" sz="1700" dirty="0" err="1"/>
              <a:t>AxF</a:t>
            </a:r>
            <a:r>
              <a:rPr lang="en-US" sz="1700" dirty="0"/>
              <a:t>) and Passage Announcement (PA) functions.</a:t>
            </a:r>
          </a:p>
          <a:p>
            <a:pPr marL="285750" indent="-285750" fontAlgn="t">
              <a:buFontTx/>
              <a:buChar char="-"/>
            </a:pPr>
            <a:r>
              <a:rPr lang="en-US" sz="1700" dirty="0"/>
              <a:t>Used to confirm train absence and verify track clearance after train passage, based on </a:t>
            </a:r>
            <a:r>
              <a:rPr lang="en-US" sz="1700" b="1" dirty="0"/>
              <a:t>Negative Detection Philosophy</a:t>
            </a:r>
          </a:p>
        </p:txBody>
      </p:sp>
      <p:sp>
        <p:nvSpPr>
          <p:cNvPr id="13" name="TextBox 12">
            <a:extLst>
              <a:ext uri="{FF2B5EF4-FFF2-40B4-BE49-F238E27FC236}">
                <a16:creationId xmlns:a16="http://schemas.microsoft.com/office/drawing/2014/main" id="{6471A5F8-F8B8-2385-1A7D-BDA623A6B2FF}"/>
              </a:ext>
            </a:extLst>
          </p:cNvPr>
          <p:cNvSpPr txBox="1"/>
          <p:nvPr/>
        </p:nvSpPr>
        <p:spPr>
          <a:xfrm>
            <a:off x="522313" y="5670265"/>
            <a:ext cx="10361997" cy="584775"/>
          </a:xfrm>
          <a:prstGeom prst="rect">
            <a:avLst/>
          </a:prstGeom>
          <a:noFill/>
        </p:spPr>
        <p:txBody>
          <a:bodyPr wrap="square">
            <a:spAutoFit/>
          </a:bodyPr>
          <a:lstStyle/>
          <a:p>
            <a:pPr fontAlgn="t"/>
            <a:r>
              <a:rPr lang="en-US" sz="1600" b="1" dirty="0"/>
              <a:t>Note:</a:t>
            </a:r>
            <a:r>
              <a:rPr lang="en-US" sz="1600" dirty="0"/>
              <a:t> The same IMC063 hardware is used for both applications. The difference lies in the configuration settings and the operational logic required by each signaling function.</a:t>
            </a:r>
          </a:p>
        </p:txBody>
      </p:sp>
    </p:spTree>
    <p:extLst>
      <p:ext uri="{BB962C8B-B14F-4D97-AF65-F5344CB8AC3E}">
        <p14:creationId xmlns:p14="http://schemas.microsoft.com/office/powerpoint/2010/main" val="3577681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6E365-F3C6-6674-3854-30068E03F32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8D6C518-A314-9FDB-75F6-6E804F7DE244}"/>
              </a:ext>
            </a:extLst>
          </p:cNvPr>
          <p:cNvSpPr>
            <a:spLocks noGrp="1"/>
          </p:cNvSpPr>
          <p:nvPr>
            <p:ph type="title"/>
          </p:nvPr>
        </p:nvSpPr>
        <p:spPr>
          <a:xfrm>
            <a:off x="775915" y="1002575"/>
            <a:ext cx="7771185" cy="332088"/>
          </a:xfrm>
        </p:spPr>
        <p:txBody>
          <a:bodyPr>
            <a:normAutofit fontScale="90000"/>
          </a:bodyPr>
          <a:lstStyle/>
          <a:p>
            <a:r>
              <a:rPr lang="en-US" dirty="0"/>
              <a:t>Main Components for </a:t>
            </a:r>
            <a:r>
              <a:rPr lang="en-GB" dirty="0"/>
              <a:t>Pedal Cabinet:</a:t>
            </a:r>
            <a:br>
              <a:rPr lang="en-GB" dirty="0"/>
            </a:br>
            <a:endParaRPr lang="en-GB" dirty="0"/>
          </a:p>
        </p:txBody>
      </p:sp>
      <p:sp>
        <p:nvSpPr>
          <p:cNvPr id="3" name="Espace réservé de la date 2">
            <a:extLst>
              <a:ext uri="{FF2B5EF4-FFF2-40B4-BE49-F238E27FC236}">
                <a16:creationId xmlns:a16="http://schemas.microsoft.com/office/drawing/2014/main" id="{9E4F3DA3-BC1E-2B81-CD9F-A3A57238A4EE}"/>
              </a:ext>
            </a:extLst>
          </p:cNvPr>
          <p:cNvSpPr>
            <a:spLocks noGrp="1"/>
          </p:cNvSpPr>
          <p:nvPr>
            <p:ph type="dt" sz="half" idx="14"/>
          </p:nvPr>
        </p:nvSpPr>
        <p:spPr bwMode="gray"/>
        <p:txBody>
          <a:bodyPr/>
          <a:lstStyle/>
          <a:p>
            <a:pPr algn="l"/>
            <a:r>
              <a:rPr lang="en-GB">
                <a:latin typeface="+mj-lt"/>
              </a:rPr>
              <a:t>Date</a:t>
            </a:r>
          </a:p>
        </p:txBody>
      </p:sp>
      <p:sp>
        <p:nvSpPr>
          <p:cNvPr id="4" name="Espace réservé du pied de page 3">
            <a:extLst>
              <a:ext uri="{FF2B5EF4-FFF2-40B4-BE49-F238E27FC236}">
                <a16:creationId xmlns:a16="http://schemas.microsoft.com/office/drawing/2014/main" id="{C5E42753-C94F-97E1-EC6B-FC6A9597835A}"/>
              </a:ext>
            </a:extLst>
          </p:cNvPr>
          <p:cNvSpPr>
            <a:spLocks noGrp="1"/>
          </p:cNvSpPr>
          <p:nvPr>
            <p:ph type="ftr" sz="quarter" idx="15"/>
          </p:nvPr>
        </p:nvSpPr>
        <p:spPr bwMode="gray"/>
        <p:txBody>
          <a:bodyPr/>
          <a:lstStyle/>
          <a:p>
            <a:r>
              <a:rPr lang="en-GB">
                <a:latin typeface="+mj-lt"/>
              </a:rPr>
              <a:t>Title of the presentation on three lines - Lorem impsum dolor sit amet consectetuer adipiscing elit, sed diam nonummy</a:t>
            </a:r>
          </a:p>
        </p:txBody>
      </p:sp>
      <p:sp>
        <p:nvSpPr>
          <p:cNvPr id="5" name="Espace réservé du numéro de diapositive 4">
            <a:extLst>
              <a:ext uri="{FF2B5EF4-FFF2-40B4-BE49-F238E27FC236}">
                <a16:creationId xmlns:a16="http://schemas.microsoft.com/office/drawing/2014/main" id="{1E0C2832-FAAF-C4F5-18CB-A9AF624981E2}"/>
              </a:ext>
            </a:extLst>
          </p:cNvPr>
          <p:cNvSpPr>
            <a:spLocks noGrp="1"/>
          </p:cNvSpPr>
          <p:nvPr>
            <p:ph type="sldNum" sz="quarter" idx="16"/>
          </p:nvPr>
        </p:nvSpPr>
        <p:spPr bwMode="gray"/>
        <p:txBody>
          <a:bodyPr/>
          <a:lstStyle/>
          <a:p>
            <a:fld id="{733122C9-A0B9-462F-8757-0847AD287B63}" type="slidenum">
              <a:rPr lang="en-GB" smtClean="0">
                <a:latin typeface="+mj-lt"/>
              </a:rPr>
              <a:pPr/>
              <a:t>10</a:t>
            </a:fld>
            <a:endParaRPr lang="en-GB">
              <a:latin typeface="+mj-lt"/>
            </a:endParaRPr>
          </a:p>
        </p:txBody>
      </p:sp>
      <p:sp>
        <p:nvSpPr>
          <p:cNvPr id="10" name="TextBox 9">
            <a:extLst>
              <a:ext uri="{FF2B5EF4-FFF2-40B4-BE49-F238E27FC236}">
                <a16:creationId xmlns:a16="http://schemas.microsoft.com/office/drawing/2014/main" id="{31819546-C406-E727-999A-D9CF611876EF}"/>
              </a:ext>
            </a:extLst>
          </p:cNvPr>
          <p:cNvSpPr txBox="1"/>
          <p:nvPr/>
        </p:nvSpPr>
        <p:spPr>
          <a:xfrm>
            <a:off x="471444" y="1494324"/>
            <a:ext cx="11542853" cy="2523768"/>
          </a:xfrm>
          <a:prstGeom prst="rect">
            <a:avLst/>
          </a:prstGeom>
          <a:noFill/>
        </p:spPr>
        <p:txBody>
          <a:bodyPr wrap="square">
            <a:spAutoFit/>
          </a:bodyPr>
          <a:lstStyle/>
          <a:p>
            <a:r>
              <a:rPr lang="en-US" sz="2000" b="1" dirty="0">
                <a:solidFill>
                  <a:schemeClr val="accent1"/>
                </a:solidFill>
              </a:rPr>
              <a:t>Non-functional Object:</a:t>
            </a:r>
          </a:p>
          <a:p>
            <a:endParaRPr lang="en-US" sz="900" b="1" dirty="0">
              <a:solidFill>
                <a:schemeClr val="accent1"/>
              </a:solidFill>
            </a:endParaRPr>
          </a:p>
          <a:p>
            <a:r>
              <a:rPr lang="en-US" b="1" dirty="0"/>
              <a:t>Rectifier: </a:t>
            </a:r>
          </a:p>
          <a:p>
            <a:r>
              <a:rPr lang="en-US" dirty="0"/>
              <a:t>Transformer unit 220/24V DC.</a:t>
            </a:r>
          </a:p>
          <a:p>
            <a:r>
              <a:rPr lang="en-US" b="1" dirty="0"/>
              <a:t>SIC Board:</a:t>
            </a:r>
          </a:p>
          <a:p>
            <a:pPr fontAlgn="t"/>
            <a:r>
              <a:rPr lang="en-US" dirty="0"/>
              <a:t>The SIC board provides fuse protection for the power supply distributed throughout the system.</a:t>
            </a:r>
          </a:p>
          <a:p>
            <a:r>
              <a:rPr lang="en-US" b="1" dirty="0"/>
              <a:t>BSI004: </a:t>
            </a:r>
          </a:p>
          <a:p>
            <a:r>
              <a:rPr lang="en-US" dirty="0"/>
              <a:t>BSI004 surge protection board, it prevents any surge in the detector cables from reaching the evaluation board.</a:t>
            </a:r>
            <a:endParaRPr lang="en-US" b="1" dirty="0"/>
          </a:p>
          <a:p>
            <a:endParaRPr lang="en-US" b="1" dirty="0"/>
          </a:p>
        </p:txBody>
      </p:sp>
      <p:pic>
        <p:nvPicPr>
          <p:cNvPr id="14" name="Picture 13">
            <a:extLst>
              <a:ext uri="{FF2B5EF4-FFF2-40B4-BE49-F238E27FC236}">
                <a16:creationId xmlns:a16="http://schemas.microsoft.com/office/drawing/2014/main" id="{B270FA9A-CBAA-860B-5DFD-3CBCABA1841B}"/>
              </a:ext>
            </a:extLst>
          </p:cNvPr>
          <p:cNvPicPr>
            <a:picLocks noChangeAspect="1"/>
          </p:cNvPicPr>
          <p:nvPr/>
        </p:nvPicPr>
        <p:blipFill>
          <a:blip r:embed="rId3"/>
          <a:stretch>
            <a:fillRect/>
          </a:stretch>
        </p:blipFill>
        <p:spPr>
          <a:xfrm>
            <a:off x="8235853" y="688924"/>
            <a:ext cx="3778444" cy="1974951"/>
          </a:xfrm>
          <a:prstGeom prst="rect">
            <a:avLst/>
          </a:prstGeom>
        </p:spPr>
      </p:pic>
    </p:spTree>
    <p:extLst>
      <p:ext uri="{BB962C8B-B14F-4D97-AF65-F5344CB8AC3E}">
        <p14:creationId xmlns:p14="http://schemas.microsoft.com/office/powerpoint/2010/main" val="2778945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567C7-FD23-93ED-1372-556EC55ED8B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681F86F-980E-D2BA-0882-ABC45B78550F}"/>
              </a:ext>
            </a:extLst>
          </p:cNvPr>
          <p:cNvSpPr>
            <a:spLocks noGrp="1"/>
          </p:cNvSpPr>
          <p:nvPr>
            <p:ph type="title"/>
          </p:nvPr>
        </p:nvSpPr>
        <p:spPr>
          <a:xfrm>
            <a:off x="775914" y="1002575"/>
            <a:ext cx="9025311" cy="332088"/>
          </a:xfrm>
        </p:spPr>
        <p:txBody>
          <a:bodyPr>
            <a:normAutofit/>
          </a:bodyPr>
          <a:lstStyle/>
          <a:p>
            <a:r>
              <a:rPr lang="en-US" dirty="0"/>
              <a:t>Internal Wiring Types</a:t>
            </a:r>
            <a:endParaRPr lang="en-GB" dirty="0"/>
          </a:p>
        </p:txBody>
      </p:sp>
      <p:sp>
        <p:nvSpPr>
          <p:cNvPr id="3" name="Espace réservé de la date 2">
            <a:extLst>
              <a:ext uri="{FF2B5EF4-FFF2-40B4-BE49-F238E27FC236}">
                <a16:creationId xmlns:a16="http://schemas.microsoft.com/office/drawing/2014/main" id="{708D8F84-6F05-80C1-67B5-6C08D305CB8B}"/>
              </a:ext>
            </a:extLst>
          </p:cNvPr>
          <p:cNvSpPr>
            <a:spLocks noGrp="1"/>
          </p:cNvSpPr>
          <p:nvPr>
            <p:ph type="dt" sz="half" idx="14"/>
          </p:nvPr>
        </p:nvSpPr>
        <p:spPr bwMode="gray"/>
        <p:txBody>
          <a:bodyPr/>
          <a:lstStyle/>
          <a:p>
            <a:pPr algn="l"/>
            <a:r>
              <a:rPr lang="en-GB">
                <a:latin typeface="+mj-lt"/>
              </a:rPr>
              <a:t>Date</a:t>
            </a:r>
          </a:p>
        </p:txBody>
      </p:sp>
      <p:sp>
        <p:nvSpPr>
          <p:cNvPr id="4" name="Espace réservé du pied de page 3">
            <a:extLst>
              <a:ext uri="{FF2B5EF4-FFF2-40B4-BE49-F238E27FC236}">
                <a16:creationId xmlns:a16="http://schemas.microsoft.com/office/drawing/2014/main" id="{F7CCA09D-33E2-0C70-742A-3A47FA1593B6}"/>
              </a:ext>
            </a:extLst>
          </p:cNvPr>
          <p:cNvSpPr>
            <a:spLocks noGrp="1"/>
          </p:cNvSpPr>
          <p:nvPr>
            <p:ph type="ftr" sz="quarter" idx="15"/>
          </p:nvPr>
        </p:nvSpPr>
        <p:spPr bwMode="gray"/>
        <p:txBody>
          <a:bodyPr/>
          <a:lstStyle/>
          <a:p>
            <a:r>
              <a:rPr lang="en-GB">
                <a:latin typeface="+mj-lt"/>
              </a:rPr>
              <a:t>Title of the presentation on three lines - Lorem impsum dolor sit amet consectetuer adipiscing elit, sed diam nonummy</a:t>
            </a:r>
          </a:p>
        </p:txBody>
      </p:sp>
      <p:sp>
        <p:nvSpPr>
          <p:cNvPr id="5" name="Espace réservé du numéro de diapositive 4">
            <a:extLst>
              <a:ext uri="{FF2B5EF4-FFF2-40B4-BE49-F238E27FC236}">
                <a16:creationId xmlns:a16="http://schemas.microsoft.com/office/drawing/2014/main" id="{2849EAA8-951F-C6A8-16C6-A5BB4E85B63B}"/>
              </a:ext>
            </a:extLst>
          </p:cNvPr>
          <p:cNvSpPr>
            <a:spLocks noGrp="1"/>
          </p:cNvSpPr>
          <p:nvPr>
            <p:ph type="sldNum" sz="quarter" idx="16"/>
          </p:nvPr>
        </p:nvSpPr>
        <p:spPr bwMode="gray"/>
        <p:txBody>
          <a:bodyPr/>
          <a:lstStyle/>
          <a:p>
            <a:fld id="{733122C9-A0B9-462F-8757-0847AD287B63}" type="slidenum">
              <a:rPr lang="en-GB" smtClean="0">
                <a:latin typeface="+mj-lt"/>
              </a:rPr>
              <a:pPr/>
              <a:t>11</a:t>
            </a:fld>
            <a:endParaRPr lang="en-GB">
              <a:latin typeface="+mj-lt"/>
            </a:endParaRPr>
          </a:p>
        </p:txBody>
      </p:sp>
      <p:sp>
        <p:nvSpPr>
          <p:cNvPr id="120" name="TextBox 119">
            <a:extLst>
              <a:ext uri="{FF2B5EF4-FFF2-40B4-BE49-F238E27FC236}">
                <a16:creationId xmlns:a16="http://schemas.microsoft.com/office/drawing/2014/main" id="{76018B37-0AED-14E5-3F2B-6A37F22939C4}"/>
              </a:ext>
            </a:extLst>
          </p:cNvPr>
          <p:cNvSpPr txBox="1"/>
          <p:nvPr/>
        </p:nvSpPr>
        <p:spPr>
          <a:xfrm>
            <a:off x="653981" y="1450410"/>
            <a:ext cx="10762105" cy="3816429"/>
          </a:xfrm>
          <a:prstGeom prst="rect">
            <a:avLst/>
          </a:prstGeom>
          <a:noFill/>
        </p:spPr>
        <p:txBody>
          <a:bodyPr wrap="square" rtlCol="0">
            <a:spAutoFit/>
          </a:bodyPr>
          <a:lstStyle/>
          <a:p>
            <a:pPr fontAlgn="t"/>
            <a:r>
              <a:rPr lang="en-US" dirty="0"/>
              <a:t>Internal wiring refers to the cables and wires used inside electrical and electronic equipment to provide power and transmit signals between different components.</a:t>
            </a:r>
          </a:p>
          <a:p>
            <a:pPr fontAlgn="t"/>
            <a:r>
              <a:rPr lang="en-US" dirty="0"/>
              <a:t>Within the Pedal Cabinet, three dedicated wiring types are used to establish the electrical connections between the main system components.</a:t>
            </a:r>
            <a:br>
              <a:rPr lang="en-US" dirty="0"/>
            </a:br>
            <a:br>
              <a:rPr lang="en-US" dirty="0"/>
            </a:br>
            <a:r>
              <a:rPr lang="en-US" b="1" dirty="0"/>
              <a:t>Purpose of Internal Wiring</a:t>
            </a:r>
          </a:p>
          <a:p>
            <a:pPr marL="285750" indent="-285750" fontAlgn="t">
              <a:buFont typeface="Arial" panose="020B0604020202020204" pitchFamily="34" charset="0"/>
              <a:buChar char="•"/>
            </a:pPr>
            <a:r>
              <a:rPr lang="en-US" dirty="0"/>
              <a:t>Power distribution within the equipment.</a:t>
            </a:r>
          </a:p>
          <a:p>
            <a:pPr marL="285750" indent="-285750" fontAlgn="t">
              <a:buFont typeface="Arial" panose="020B0604020202020204" pitchFamily="34" charset="0"/>
              <a:buChar char="•"/>
            </a:pPr>
            <a:r>
              <a:rPr lang="en-US" dirty="0"/>
              <a:t>Signal transmission between devices.</a:t>
            </a:r>
          </a:p>
          <a:p>
            <a:pPr marL="285750" indent="-285750" fontAlgn="t">
              <a:buFont typeface="Arial" panose="020B0604020202020204" pitchFamily="34" charset="0"/>
              <a:buChar char="•"/>
            </a:pPr>
            <a:r>
              <a:rPr lang="en-US" dirty="0"/>
              <a:t>Reliable and safe operation.</a:t>
            </a:r>
          </a:p>
          <a:p>
            <a:pPr marL="285750" indent="-285750" fontAlgn="t">
              <a:buFont typeface="Arial" panose="020B0604020202020204" pitchFamily="34" charset="0"/>
              <a:buChar char="•"/>
            </a:pPr>
            <a:r>
              <a:rPr lang="en-US" dirty="0"/>
              <a:t>Easy installation and maintenance.</a:t>
            </a:r>
          </a:p>
          <a:p>
            <a:pPr fontAlgn="t"/>
            <a:br>
              <a:rPr lang="en-US" dirty="0"/>
            </a:br>
            <a:r>
              <a:rPr lang="en-US" dirty="0"/>
              <a:t>Within the Pedal Cabinet, three dedicated internal wiring types are used. The following slides present each wiring type and its application.</a:t>
            </a:r>
          </a:p>
        </p:txBody>
      </p:sp>
    </p:spTree>
    <p:extLst>
      <p:ext uri="{BB962C8B-B14F-4D97-AF65-F5344CB8AC3E}">
        <p14:creationId xmlns:p14="http://schemas.microsoft.com/office/powerpoint/2010/main" val="545193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2E112-42AE-A94D-D852-3A8C3561F42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34AE6EF-630B-36FF-9FD8-8AA5A7EBE3E9}"/>
              </a:ext>
            </a:extLst>
          </p:cNvPr>
          <p:cNvSpPr>
            <a:spLocks noGrp="1"/>
          </p:cNvSpPr>
          <p:nvPr>
            <p:ph type="title"/>
          </p:nvPr>
        </p:nvSpPr>
        <p:spPr>
          <a:xfrm>
            <a:off x="775914" y="1002575"/>
            <a:ext cx="9025311" cy="332088"/>
          </a:xfrm>
        </p:spPr>
        <p:txBody>
          <a:bodyPr>
            <a:normAutofit/>
          </a:bodyPr>
          <a:lstStyle/>
          <a:p>
            <a:r>
              <a:rPr lang="en-US" dirty="0"/>
              <a:t>Internal Wiring Types Cont.</a:t>
            </a:r>
            <a:endParaRPr lang="en-GB" dirty="0"/>
          </a:p>
        </p:txBody>
      </p:sp>
      <p:sp>
        <p:nvSpPr>
          <p:cNvPr id="3" name="Espace réservé de la date 2">
            <a:extLst>
              <a:ext uri="{FF2B5EF4-FFF2-40B4-BE49-F238E27FC236}">
                <a16:creationId xmlns:a16="http://schemas.microsoft.com/office/drawing/2014/main" id="{10D45287-13E0-22D5-A628-1010EC11F3D4}"/>
              </a:ext>
            </a:extLst>
          </p:cNvPr>
          <p:cNvSpPr>
            <a:spLocks noGrp="1"/>
          </p:cNvSpPr>
          <p:nvPr>
            <p:ph type="dt" sz="half" idx="14"/>
          </p:nvPr>
        </p:nvSpPr>
        <p:spPr bwMode="gray"/>
        <p:txBody>
          <a:bodyPr/>
          <a:lstStyle/>
          <a:p>
            <a:pPr algn="l"/>
            <a:r>
              <a:rPr lang="en-GB">
                <a:latin typeface="+mj-lt"/>
              </a:rPr>
              <a:t>Date</a:t>
            </a:r>
          </a:p>
        </p:txBody>
      </p:sp>
      <p:sp>
        <p:nvSpPr>
          <p:cNvPr id="4" name="Espace réservé du pied de page 3">
            <a:extLst>
              <a:ext uri="{FF2B5EF4-FFF2-40B4-BE49-F238E27FC236}">
                <a16:creationId xmlns:a16="http://schemas.microsoft.com/office/drawing/2014/main" id="{FB079BF7-D4AA-5AD9-5055-B9C599962B2B}"/>
              </a:ext>
            </a:extLst>
          </p:cNvPr>
          <p:cNvSpPr>
            <a:spLocks noGrp="1"/>
          </p:cNvSpPr>
          <p:nvPr>
            <p:ph type="ftr" sz="quarter" idx="15"/>
          </p:nvPr>
        </p:nvSpPr>
        <p:spPr bwMode="gray"/>
        <p:txBody>
          <a:bodyPr/>
          <a:lstStyle/>
          <a:p>
            <a:r>
              <a:rPr lang="en-GB">
                <a:latin typeface="+mj-lt"/>
              </a:rPr>
              <a:t>Title of the presentation on three lines - Lorem impsum dolor sit amet consectetuer adipiscing elit, sed diam nonummy</a:t>
            </a:r>
          </a:p>
        </p:txBody>
      </p:sp>
      <p:sp>
        <p:nvSpPr>
          <p:cNvPr id="5" name="Espace réservé du numéro de diapositive 4">
            <a:extLst>
              <a:ext uri="{FF2B5EF4-FFF2-40B4-BE49-F238E27FC236}">
                <a16:creationId xmlns:a16="http://schemas.microsoft.com/office/drawing/2014/main" id="{80053B56-FE8D-6BDA-36EE-85E69578A8E5}"/>
              </a:ext>
            </a:extLst>
          </p:cNvPr>
          <p:cNvSpPr>
            <a:spLocks noGrp="1"/>
          </p:cNvSpPr>
          <p:nvPr>
            <p:ph type="sldNum" sz="quarter" idx="16"/>
          </p:nvPr>
        </p:nvSpPr>
        <p:spPr bwMode="gray"/>
        <p:txBody>
          <a:bodyPr/>
          <a:lstStyle/>
          <a:p>
            <a:fld id="{733122C9-A0B9-462F-8757-0847AD287B63}" type="slidenum">
              <a:rPr lang="en-GB" smtClean="0">
                <a:latin typeface="+mj-lt"/>
              </a:rPr>
              <a:pPr/>
              <a:t>12</a:t>
            </a:fld>
            <a:endParaRPr lang="en-GB">
              <a:latin typeface="+mj-lt"/>
            </a:endParaRPr>
          </a:p>
        </p:txBody>
      </p:sp>
      <p:sp>
        <p:nvSpPr>
          <p:cNvPr id="9" name="TextBox 8">
            <a:extLst>
              <a:ext uri="{FF2B5EF4-FFF2-40B4-BE49-F238E27FC236}">
                <a16:creationId xmlns:a16="http://schemas.microsoft.com/office/drawing/2014/main" id="{CC31A3A1-77E5-E525-AF77-8563372A1286}"/>
              </a:ext>
            </a:extLst>
          </p:cNvPr>
          <p:cNvSpPr txBox="1"/>
          <p:nvPr/>
        </p:nvSpPr>
        <p:spPr>
          <a:xfrm>
            <a:off x="642407" y="1430471"/>
            <a:ext cx="8501593" cy="2246769"/>
          </a:xfrm>
          <a:prstGeom prst="rect">
            <a:avLst/>
          </a:prstGeom>
          <a:noFill/>
        </p:spPr>
        <p:txBody>
          <a:bodyPr wrap="square" rtlCol="0">
            <a:spAutoFit/>
          </a:bodyPr>
          <a:lstStyle/>
          <a:p>
            <a:pPr fontAlgn="t"/>
            <a:r>
              <a:rPr lang="en-US" b="1" dirty="0"/>
              <a:t>Cable Type 1 (MAN0125700) – SIC999 ↔ IMC063</a:t>
            </a:r>
            <a:endParaRPr lang="en-US" sz="1600" dirty="0"/>
          </a:p>
          <a:p>
            <a:pPr marL="285750" indent="-285750" fontAlgn="t">
              <a:buFont typeface="Arial" panose="020B0604020202020204" pitchFamily="34" charset="0"/>
              <a:buChar char="•"/>
            </a:pPr>
            <a:r>
              <a:rPr lang="en-US" dirty="0"/>
              <a:t>This wiring connection is used to provide the 24 VDC power supply from the SIC999 Board to the IMC063 Evaluation Board.</a:t>
            </a:r>
            <a:endParaRPr lang="ar-EG" dirty="0"/>
          </a:p>
          <a:p>
            <a:pPr marL="285750" indent="-285750" fontAlgn="t">
              <a:buFont typeface="Arial" panose="020B0604020202020204" pitchFamily="34" charset="0"/>
              <a:buChar char="•"/>
            </a:pPr>
            <a:r>
              <a:rPr lang="en-US" dirty="0"/>
              <a:t>It forms the power interface required for the operation of the evaluation board and ensures stable and protected power distribution within the Pedal Cabinet.</a:t>
            </a:r>
          </a:p>
          <a:p>
            <a:pPr fontAlgn="t"/>
            <a:r>
              <a:rPr lang="en-US" b="1" dirty="0"/>
              <a:t>Application</a:t>
            </a:r>
            <a:endParaRPr lang="en-US" dirty="0"/>
          </a:p>
          <a:p>
            <a:pPr fontAlgn="t"/>
            <a:r>
              <a:rPr lang="en-US" sz="1600" dirty="0"/>
              <a:t>Internal Power Distribution</a:t>
            </a:r>
          </a:p>
          <a:p>
            <a:pPr marL="285750" indent="-285750" fontAlgn="t">
              <a:buFont typeface="Arial" panose="020B0604020202020204" pitchFamily="34" charset="0"/>
              <a:buChar char="•"/>
            </a:pPr>
            <a:endParaRPr lang="en-US" sz="1600" dirty="0"/>
          </a:p>
        </p:txBody>
      </p:sp>
      <p:pic>
        <p:nvPicPr>
          <p:cNvPr id="12" name="Picture 11">
            <a:extLst>
              <a:ext uri="{FF2B5EF4-FFF2-40B4-BE49-F238E27FC236}">
                <a16:creationId xmlns:a16="http://schemas.microsoft.com/office/drawing/2014/main" id="{84CEE363-F924-9E02-DF6B-BAB98809D69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111695" y="2731625"/>
            <a:ext cx="3647104" cy="3706893"/>
          </a:xfrm>
          <a:prstGeom prst="rect">
            <a:avLst/>
          </a:prstGeom>
        </p:spPr>
      </p:pic>
      <p:pic>
        <p:nvPicPr>
          <p:cNvPr id="16" name="Picture 15">
            <a:extLst>
              <a:ext uri="{FF2B5EF4-FFF2-40B4-BE49-F238E27FC236}">
                <a16:creationId xmlns:a16="http://schemas.microsoft.com/office/drawing/2014/main" id="{FC6DAC10-A986-D8DB-71D4-190751BB03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54355" y="2731625"/>
            <a:ext cx="2895238" cy="3609524"/>
          </a:xfrm>
          <a:prstGeom prst="rect">
            <a:avLst/>
          </a:prstGeom>
        </p:spPr>
      </p:pic>
    </p:spTree>
    <p:extLst>
      <p:ext uri="{BB962C8B-B14F-4D97-AF65-F5344CB8AC3E}">
        <p14:creationId xmlns:p14="http://schemas.microsoft.com/office/powerpoint/2010/main" val="1684776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72C09-2F8B-53EB-0BF1-1BAEEE13B8A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EA4D513-0D58-E04A-0349-D433AD077426}"/>
              </a:ext>
            </a:extLst>
          </p:cNvPr>
          <p:cNvSpPr>
            <a:spLocks noGrp="1"/>
          </p:cNvSpPr>
          <p:nvPr>
            <p:ph type="title"/>
          </p:nvPr>
        </p:nvSpPr>
        <p:spPr>
          <a:xfrm>
            <a:off x="775914" y="1002575"/>
            <a:ext cx="9025311" cy="332088"/>
          </a:xfrm>
        </p:spPr>
        <p:txBody>
          <a:bodyPr>
            <a:normAutofit/>
          </a:bodyPr>
          <a:lstStyle/>
          <a:p>
            <a:r>
              <a:rPr lang="en-US" dirty="0"/>
              <a:t>Internal Wiring Types Cont.</a:t>
            </a:r>
            <a:endParaRPr lang="en-GB" dirty="0"/>
          </a:p>
        </p:txBody>
      </p:sp>
      <p:sp>
        <p:nvSpPr>
          <p:cNvPr id="3" name="Espace réservé de la date 2">
            <a:extLst>
              <a:ext uri="{FF2B5EF4-FFF2-40B4-BE49-F238E27FC236}">
                <a16:creationId xmlns:a16="http://schemas.microsoft.com/office/drawing/2014/main" id="{E8E481CF-C767-E6F6-C12F-582AD8A7D6EA}"/>
              </a:ext>
            </a:extLst>
          </p:cNvPr>
          <p:cNvSpPr>
            <a:spLocks noGrp="1"/>
          </p:cNvSpPr>
          <p:nvPr>
            <p:ph type="dt" sz="half" idx="14"/>
          </p:nvPr>
        </p:nvSpPr>
        <p:spPr bwMode="gray"/>
        <p:txBody>
          <a:bodyPr/>
          <a:lstStyle/>
          <a:p>
            <a:pPr algn="l"/>
            <a:r>
              <a:rPr lang="en-GB">
                <a:latin typeface="+mj-lt"/>
              </a:rPr>
              <a:t>Date</a:t>
            </a:r>
          </a:p>
        </p:txBody>
      </p:sp>
      <p:sp>
        <p:nvSpPr>
          <p:cNvPr id="4" name="Espace réservé du pied de page 3">
            <a:extLst>
              <a:ext uri="{FF2B5EF4-FFF2-40B4-BE49-F238E27FC236}">
                <a16:creationId xmlns:a16="http://schemas.microsoft.com/office/drawing/2014/main" id="{B71E009E-7D32-53A4-B157-2A3B20B0A91E}"/>
              </a:ext>
            </a:extLst>
          </p:cNvPr>
          <p:cNvSpPr>
            <a:spLocks noGrp="1"/>
          </p:cNvSpPr>
          <p:nvPr>
            <p:ph type="ftr" sz="quarter" idx="15"/>
          </p:nvPr>
        </p:nvSpPr>
        <p:spPr bwMode="gray"/>
        <p:txBody>
          <a:bodyPr/>
          <a:lstStyle/>
          <a:p>
            <a:r>
              <a:rPr lang="en-GB">
                <a:latin typeface="+mj-lt"/>
              </a:rPr>
              <a:t>Title of the presentation on three lines - Lorem impsum dolor sit amet consectetuer adipiscing elit, sed diam nonummy</a:t>
            </a:r>
          </a:p>
        </p:txBody>
      </p:sp>
      <p:sp>
        <p:nvSpPr>
          <p:cNvPr id="5" name="Espace réservé du numéro de diapositive 4">
            <a:extLst>
              <a:ext uri="{FF2B5EF4-FFF2-40B4-BE49-F238E27FC236}">
                <a16:creationId xmlns:a16="http://schemas.microsoft.com/office/drawing/2014/main" id="{D6070587-23B9-9A62-F0B8-A99C1FC8927C}"/>
              </a:ext>
            </a:extLst>
          </p:cNvPr>
          <p:cNvSpPr>
            <a:spLocks noGrp="1"/>
          </p:cNvSpPr>
          <p:nvPr>
            <p:ph type="sldNum" sz="quarter" idx="16"/>
          </p:nvPr>
        </p:nvSpPr>
        <p:spPr bwMode="gray"/>
        <p:txBody>
          <a:bodyPr/>
          <a:lstStyle/>
          <a:p>
            <a:fld id="{733122C9-A0B9-462F-8757-0847AD287B63}" type="slidenum">
              <a:rPr lang="en-GB" smtClean="0">
                <a:latin typeface="+mj-lt"/>
              </a:rPr>
              <a:pPr/>
              <a:t>13</a:t>
            </a:fld>
            <a:endParaRPr lang="en-GB">
              <a:latin typeface="+mj-lt"/>
            </a:endParaRPr>
          </a:p>
        </p:txBody>
      </p:sp>
      <p:sp>
        <p:nvSpPr>
          <p:cNvPr id="13" name="TextBox 12">
            <a:extLst>
              <a:ext uri="{FF2B5EF4-FFF2-40B4-BE49-F238E27FC236}">
                <a16:creationId xmlns:a16="http://schemas.microsoft.com/office/drawing/2014/main" id="{E1672085-2687-77EA-6C6A-80EEEF1A3F7D}"/>
              </a:ext>
            </a:extLst>
          </p:cNvPr>
          <p:cNvSpPr txBox="1"/>
          <p:nvPr/>
        </p:nvSpPr>
        <p:spPr>
          <a:xfrm>
            <a:off x="605854" y="1426545"/>
            <a:ext cx="10023851" cy="2554545"/>
          </a:xfrm>
          <a:prstGeom prst="rect">
            <a:avLst/>
          </a:prstGeom>
          <a:noFill/>
        </p:spPr>
        <p:txBody>
          <a:bodyPr wrap="square" rtlCol="0">
            <a:spAutoFit/>
          </a:bodyPr>
          <a:lstStyle/>
          <a:p>
            <a:pPr fontAlgn="t"/>
            <a:r>
              <a:rPr lang="en-US" b="1" dirty="0"/>
              <a:t>Cable Type 2 (MAN0125600) – IMC063 ↔ CCM-E ↔ BSI004 (DA/EP)</a:t>
            </a:r>
          </a:p>
          <a:p>
            <a:pPr marL="285750" indent="-285750" fontAlgn="t">
              <a:buFont typeface="Arial" panose="020B0604020202020204" pitchFamily="34" charset="0"/>
              <a:buChar char="•"/>
            </a:pPr>
            <a:r>
              <a:rPr lang="en-US" dirty="0"/>
              <a:t>This wiring connection is used to transfer train detection status information between the IMC063 Evaluation Board and the CCM-E controller.</a:t>
            </a:r>
          </a:p>
          <a:p>
            <a:pPr marL="285750" indent="-285750" fontAlgn="t">
              <a:buFont typeface="Arial" panose="020B0604020202020204" pitchFamily="34" charset="0"/>
              <a:buChar char="•"/>
            </a:pPr>
            <a:r>
              <a:rPr lang="en-US" dirty="0"/>
              <a:t>It also provides the electrical interface between the IMC063 Evaluation Board and the BSI004 Surge Protection Board.</a:t>
            </a:r>
          </a:p>
          <a:p>
            <a:pPr marL="285750" indent="-285750" fontAlgn="t">
              <a:buFont typeface="Arial" panose="020B0604020202020204" pitchFamily="34" charset="0"/>
              <a:buChar char="•"/>
            </a:pPr>
            <a:r>
              <a:rPr lang="en-US" dirty="0"/>
              <a:t>This configuration is dedicated to DA/EP applications utilizing Positive Detection Philosophy.</a:t>
            </a:r>
          </a:p>
          <a:p>
            <a:pPr fontAlgn="t"/>
            <a:r>
              <a:rPr lang="en-US" b="1" dirty="0"/>
              <a:t>Application</a:t>
            </a:r>
            <a:endParaRPr lang="en-US" dirty="0"/>
          </a:p>
          <a:p>
            <a:pPr fontAlgn="t"/>
            <a:r>
              <a:rPr lang="en-US" dirty="0"/>
              <a:t>DA / EP Configuration</a:t>
            </a:r>
          </a:p>
          <a:p>
            <a:pPr marL="285750" indent="-285750" fontAlgn="t">
              <a:buFont typeface="Arial" panose="020B0604020202020204" pitchFamily="34" charset="0"/>
              <a:buChar char="•"/>
            </a:pPr>
            <a:endParaRPr lang="en-US" sz="1600" dirty="0"/>
          </a:p>
        </p:txBody>
      </p:sp>
      <p:pic>
        <p:nvPicPr>
          <p:cNvPr id="11" name="Picture 10">
            <a:extLst>
              <a:ext uri="{FF2B5EF4-FFF2-40B4-BE49-F238E27FC236}">
                <a16:creationId xmlns:a16="http://schemas.microsoft.com/office/drawing/2014/main" id="{11B2F6F3-35FA-56E2-A34C-5FD2D6F5FF41}"/>
              </a:ext>
            </a:extLst>
          </p:cNvPr>
          <p:cNvPicPr>
            <a:picLocks noChangeAspect="1"/>
          </p:cNvPicPr>
          <p:nvPr/>
        </p:nvPicPr>
        <p:blipFill>
          <a:blip r:embed="rId3">
            <a:extLst>
              <a:ext uri="{28A0092B-C50C-407E-A947-70E740481C1C}">
                <a14:useLocalDpi xmlns:a14="http://schemas.microsoft.com/office/drawing/2010/main" val="0"/>
              </a:ext>
            </a:extLst>
          </a:blip>
          <a:srcRect t="772" b="772"/>
          <a:stretch/>
        </p:blipFill>
        <p:spPr>
          <a:xfrm>
            <a:off x="7589114" y="3327085"/>
            <a:ext cx="3832877" cy="3111433"/>
          </a:xfrm>
          <a:prstGeom prst="rect">
            <a:avLst/>
          </a:prstGeom>
        </p:spPr>
      </p:pic>
      <p:pic>
        <p:nvPicPr>
          <p:cNvPr id="7" name="Picture 6">
            <a:extLst>
              <a:ext uri="{FF2B5EF4-FFF2-40B4-BE49-F238E27FC236}">
                <a16:creationId xmlns:a16="http://schemas.microsoft.com/office/drawing/2014/main" id="{D45A305D-4594-6B13-C820-BC698B11740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309639" y="3115517"/>
            <a:ext cx="3408567" cy="3323001"/>
          </a:xfrm>
          <a:prstGeom prst="rect">
            <a:avLst/>
          </a:prstGeom>
        </p:spPr>
      </p:pic>
      <p:sp>
        <p:nvSpPr>
          <p:cNvPr id="12" name="Titre 1">
            <a:extLst>
              <a:ext uri="{FF2B5EF4-FFF2-40B4-BE49-F238E27FC236}">
                <a16:creationId xmlns:a16="http://schemas.microsoft.com/office/drawing/2014/main" id="{76B3F70E-3596-EEF7-F93F-29F5C42898A4}"/>
              </a:ext>
            </a:extLst>
          </p:cNvPr>
          <p:cNvSpPr txBox="1">
            <a:spLocks/>
          </p:cNvSpPr>
          <p:nvPr/>
        </p:nvSpPr>
        <p:spPr bwMode="gray">
          <a:xfrm>
            <a:off x="1673008" y="6047667"/>
            <a:ext cx="2132014" cy="261140"/>
          </a:xfrm>
          <a:prstGeom prst="rect">
            <a:avLst/>
          </a:prstGeom>
        </p:spPr>
        <p:txBody>
          <a:bodyPr vert="horz" lIns="0" tIns="0" rIns="0" bIns="0" rtlCol="0" anchor="t" anchorCtr="0">
            <a:normAutofit fontScale="97500"/>
          </a:bodyPr>
          <a:lstStyle>
            <a:lvl1pPr algn="l" defTabSz="914400" rtl="0" eaLnBrk="1" latinLnBrk="0" hangingPunct="1">
              <a:lnSpc>
                <a:spcPct val="75000"/>
              </a:lnSpc>
              <a:spcBef>
                <a:spcPct val="0"/>
              </a:spcBef>
              <a:buNone/>
              <a:defRPr sz="2400" b="0" kern="1200">
                <a:solidFill>
                  <a:schemeClr val="accent3"/>
                </a:solidFill>
                <a:latin typeface="+mj-lt"/>
                <a:ea typeface="+mj-ea"/>
                <a:cs typeface="+mj-cs"/>
              </a:defRPr>
            </a:lvl1pPr>
          </a:lstStyle>
          <a:p>
            <a:pPr fontAlgn="t"/>
            <a:r>
              <a:rPr lang="en-US" sz="1600" dirty="0"/>
              <a:t>IMC of type DA/EP</a:t>
            </a:r>
          </a:p>
        </p:txBody>
      </p:sp>
      <p:pic>
        <p:nvPicPr>
          <p:cNvPr id="19" name="Picture 18">
            <a:extLst>
              <a:ext uri="{FF2B5EF4-FFF2-40B4-BE49-F238E27FC236}">
                <a16:creationId xmlns:a16="http://schemas.microsoft.com/office/drawing/2014/main" id="{FF192733-198A-F528-9382-F6ED1EB94374}"/>
              </a:ext>
            </a:extLst>
          </p:cNvPr>
          <p:cNvPicPr>
            <a:picLocks noChangeAspect="1"/>
          </p:cNvPicPr>
          <p:nvPr/>
        </p:nvPicPr>
        <p:blipFill>
          <a:blip r:embed="rId5"/>
          <a:stretch>
            <a:fillRect/>
          </a:stretch>
        </p:blipFill>
        <p:spPr>
          <a:xfrm>
            <a:off x="1001615" y="3688272"/>
            <a:ext cx="2627678" cy="2274377"/>
          </a:xfrm>
          <a:prstGeom prst="rect">
            <a:avLst/>
          </a:prstGeom>
        </p:spPr>
      </p:pic>
    </p:spTree>
    <p:extLst>
      <p:ext uri="{BB962C8B-B14F-4D97-AF65-F5344CB8AC3E}">
        <p14:creationId xmlns:p14="http://schemas.microsoft.com/office/powerpoint/2010/main" val="3246319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C9856-1B46-7D2E-D45D-18F3BA84220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4A0439F-7530-CCE1-AE92-34D5948E0D30}"/>
              </a:ext>
            </a:extLst>
          </p:cNvPr>
          <p:cNvSpPr>
            <a:spLocks noGrp="1"/>
          </p:cNvSpPr>
          <p:nvPr>
            <p:ph type="title"/>
          </p:nvPr>
        </p:nvSpPr>
        <p:spPr>
          <a:xfrm>
            <a:off x="775914" y="1002575"/>
            <a:ext cx="9025311" cy="332088"/>
          </a:xfrm>
        </p:spPr>
        <p:txBody>
          <a:bodyPr>
            <a:normAutofit/>
          </a:bodyPr>
          <a:lstStyle/>
          <a:p>
            <a:r>
              <a:rPr lang="en-US" dirty="0"/>
              <a:t>Internal Wiring Types Cont.</a:t>
            </a:r>
            <a:endParaRPr lang="en-GB" dirty="0"/>
          </a:p>
        </p:txBody>
      </p:sp>
      <p:sp>
        <p:nvSpPr>
          <p:cNvPr id="3" name="Espace réservé de la date 2">
            <a:extLst>
              <a:ext uri="{FF2B5EF4-FFF2-40B4-BE49-F238E27FC236}">
                <a16:creationId xmlns:a16="http://schemas.microsoft.com/office/drawing/2014/main" id="{F93FA9AC-419C-00F9-0223-4CF7AD2AE65A}"/>
              </a:ext>
            </a:extLst>
          </p:cNvPr>
          <p:cNvSpPr>
            <a:spLocks noGrp="1"/>
          </p:cNvSpPr>
          <p:nvPr>
            <p:ph type="dt" sz="half" idx="14"/>
          </p:nvPr>
        </p:nvSpPr>
        <p:spPr bwMode="gray"/>
        <p:txBody>
          <a:bodyPr/>
          <a:lstStyle/>
          <a:p>
            <a:pPr algn="l"/>
            <a:r>
              <a:rPr lang="en-GB">
                <a:latin typeface="+mj-lt"/>
              </a:rPr>
              <a:t>Date</a:t>
            </a:r>
          </a:p>
        </p:txBody>
      </p:sp>
      <p:sp>
        <p:nvSpPr>
          <p:cNvPr id="4" name="Espace réservé du pied de page 3">
            <a:extLst>
              <a:ext uri="{FF2B5EF4-FFF2-40B4-BE49-F238E27FC236}">
                <a16:creationId xmlns:a16="http://schemas.microsoft.com/office/drawing/2014/main" id="{63E62F82-049C-AA4B-1A12-4AC44CAFC430}"/>
              </a:ext>
            </a:extLst>
          </p:cNvPr>
          <p:cNvSpPr>
            <a:spLocks noGrp="1"/>
          </p:cNvSpPr>
          <p:nvPr>
            <p:ph type="ftr" sz="quarter" idx="15"/>
          </p:nvPr>
        </p:nvSpPr>
        <p:spPr bwMode="gray"/>
        <p:txBody>
          <a:bodyPr/>
          <a:lstStyle/>
          <a:p>
            <a:r>
              <a:rPr lang="en-GB">
                <a:latin typeface="+mj-lt"/>
              </a:rPr>
              <a:t>Title of the presentation on three lines - Lorem impsum dolor sit amet consectetuer adipiscing elit, sed diam nonummy</a:t>
            </a:r>
          </a:p>
        </p:txBody>
      </p:sp>
      <p:sp>
        <p:nvSpPr>
          <p:cNvPr id="5" name="Espace réservé du numéro de diapositive 4">
            <a:extLst>
              <a:ext uri="{FF2B5EF4-FFF2-40B4-BE49-F238E27FC236}">
                <a16:creationId xmlns:a16="http://schemas.microsoft.com/office/drawing/2014/main" id="{1EBDAF5A-3E19-9293-704C-5455257E9EE2}"/>
              </a:ext>
            </a:extLst>
          </p:cNvPr>
          <p:cNvSpPr>
            <a:spLocks noGrp="1"/>
          </p:cNvSpPr>
          <p:nvPr>
            <p:ph type="sldNum" sz="quarter" idx="16"/>
          </p:nvPr>
        </p:nvSpPr>
        <p:spPr bwMode="gray"/>
        <p:txBody>
          <a:bodyPr/>
          <a:lstStyle/>
          <a:p>
            <a:fld id="{733122C9-A0B9-462F-8757-0847AD287B63}" type="slidenum">
              <a:rPr lang="en-GB" smtClean="0">
                <a:latin typeface="+mj-lt"/>
              </a:rPr>
              <a:pPr/>
              <a:t>14</a:t>
            </a:fld>
            <a:endParaRPr lang="en-GB">
              <a:latin typeface="+mj-lt"/>
            </a:endParaRPr>
          </a:p>
        </p:txBody>
      </p:sp>
      <p:sp>
        <p:nvSpPr>
          <p:cNvPr id="13" name="TextBox 12">
            <a:extLst>
              <a:ext uri="{FF2B5EF4-FFF2-40B4-BE49-F238E27FC236}">
                <a16:creationId xmlns:a16="http://schemas.microsoft.com/office/drawing/2014/main" id="{187CA44C-1032-9CFF-73DC-8C9B890FE8AC}"/>
              </a:ext>
            </a:extLst>
          </p:cNvPr>
          <p:cNvSpPr txBox="1"/>
          <p:nvPr/>
        </p:nvSpPr>
        <p:spPr>
          <a:xfrm>
            <a:off x="605854" y="1426545"/>
            <a:ext cx="10023851" cy="2308324"/>
          </a:xfrm>
          <a:prstGeom prst="rect">
            <a:avLst/>
          </a:prstGeom>
          <a:noFill/>
        </p:spPr>
        <p:txBody>
          <a:bodyPr wrap="square" rtlCol="0">
            <a:spAutoFit/>
          </a:bodyPr>
          <a:lstStyle/>
          <a:p>
            <a:pPr fontAlgn="t"/>
            <a:r>
              <a:rPr lang="en-US" b="1" dirty="0"/>
              <a:t>Cable Type 3 (MAN0125300) – IMC063 ↔ CCM-E ↔ BSI004 (</a:t>
            </a:r>
            <a:r>
              <a:rPr lang="en-US" b="1" dirty="0" err="1"/>
              <a:t>AxF</a:t>
            </a:r>
            <a:r>
              <a:rPr lang="en-US" b="1" dirty="0"/>
              <a:t>/PA)</a:t>
            </a:r>
          </a:p>
          <a:p>
            <a:pPr marL="285750" indent="-285750" fontAlgn="t">
              <a:buFont typeface="Arial" panose="020B0604020202020204" pitchFamily="34" charset="0"/>
              <a:buChar char="•"/>
            </a:pPr>
            <a:r>
              <a:rPr lang="en-US" dirty="0"/>
              <a:t>This wiring connection is used to transfer train detection status information between the IMC063 Evaluation Board and the CCM-E controller.</a:t>
            </a:r>
          </a:p>
          <a:p>
            <a:pPr marL="285750" indent="-285750" fontAlgn="t">
              <a:buFont typeface="Arial" panose="020B0604020202020204" pitchFamily="34" charset="0"/>
              <a:buChar char="•"/>
            </a:pPr>
            <a:r>
              <a:rPr lang="en-US" dirty="0"/>
              <a:t>It also provides the electrical interface between the IMC063 Evaluation Board and the BSI004 Surge Protection Board.</a:t>
            </a:r>
          </a:p>
          <a:p>
            <a:pPr marL="285750" indent="-285750" fontAlgn="t">
              <a:buFont typeface="Arial" panose="020B0604020202020204" pitchFamily="34" charset="0"/>
              <a:buChar char="•"/>
            </a:pPr>
            <a:r>
              <a:rPr lang="en-US" dirty="0"/>
              <a:t>This configuration is dedicated to </a:t>
            </a:r>
            <a:r>
              <a:rPr lang="en-US" dirty="0" err="1"/>
              <a:t>AxF</a:t>
            </a:r>
            <a:r>
              <a:rPr lang="en-US" dirty="0"/>
              <a:t>/PA applications utilizing Negative Detection Philosophy.</a:t>
            </a:r>
          </a:p>
          <a:p>
            <a:pPr fontAlgn="t"/>
            <a:r>
              <a:rPr lang="en-US" b="1" dirty="0"/>
              <a:t>Application</a:t>
            </a:r>
            <a:endParaRPr lang="en-US" dirty="0"/>
          </a:p>
          <a:p>
            <a:pPr fontAlgn="t"/>
            <a:r>
              <a:rPr lang="en-US" dirty="0" err="1"/>
              <a:t>AxF</a:t>
            </a:r>
            <a:r>
              <a:rPr lang="en-US" dirty="0"/>
              <a:t> / PA Configuration</a:t>
            </a:r>
          </a:p>
        </p:txBody>
      </p:sp>
      <p:pic>
        <p:nvPicPr>
          <p:cNvPr id="11" name="Picture 10">
            <a:extLst>
              <a:ext uri="{FF2B5EF4-FFF2-40B4-BE49-F238E27FC236}">
                <a16:creationId xmlns:a16="http://schemas.microsoft.com/office/drawing/2014/main" id="{0CB03499-93F7-00CC-5955-F5B2C5D86DE0}"/>
              </a:ext>
            </a:extLst>
          </p:cNvPr>
          <p:cNvPicPr>
            <a:picLocks noChangeAspect="1"/>
          </p:cNvPicPr>
          <p:nvPr/>
        </p:nvPicPr>
        <p:blipFill>
          <a:blip r:embed="rId3">
            <a:extLst>
              <a:ext uri="{28A0092B-C50C-407E-A947-70E740481C1C}">
                <a14:useLocalDpi xmlns:a14="http://schemas.microsoft.com/office/drawing/2010/main" val="0"/>
              </a:ext>
            </a:extLst>
          </a:blip>
          <a:srcRect t="772" b="772"/>
          <a:stretch/>
        </p:blipFill>
        <p:spPr>
          <a:xfrm>
            <a:off x="7589114" y="3327085"/>
            <a:ext cx="3832877" cy="3111433"/>
          </a:xfrm>
          <a:prstGeom prst="rect">
            <a:avLst/>
          </a:prstGeom>
        </p:spPr>
      </p:pic>
      <p:pic>
        <p:nvPicPr>
          <p:cNvPr id="7" name="Picture 6">
            <a:extLst>
              <a:ext uri="{FF2B5EF4-FFF2-40B4-BE49-F238E27FC236}">
                <a16:creationId xmlns:a16="http://schemas.microsoft.com/office/drawing/2014/main" id="{CFBB2F29-F384-4D2F-D41A-F54F325270C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309639" y="3115517"/>
            <a:ext cx="3408567" cy="3323001"/>
          </a:xfrm>
          <a:prstGeom prst="rect">
            <a:avLst/>
          </a:prstGeom>
        </p:spPr>
      </p:pic>
      <p:pic>
        <p:nvPicPr>
          <p:cNvPr id="8" name="Picture 7">
            <a:extLst>
              <a:ext uri="{FF2B5EF4-FFF2-40B4-BE49-F238E27FC236}">
                <a16:creationId xmlns:a16="http://schemas.microsoft.com/office/drawing/2014/main" id="{2517F776-09A2-8ADA-A87E-3F1924DB8A86}"/>
              </a:ext>
            </a:extLst>
          </p:cNvPr>
          <p:cNvPicPr>
            <a:picLocks noChangeAspect="1"/>
          </p:cNvPicPr>
          <p:nvPr/>
        </p:nvPicPr>
        <p:blipFill>
          <a:blip r:embed="rId5"/>
          <a:srcRect l="49584"/>
          <a:stretch>
            <a:fillRect/>
          </a:stretch>
        </p:blipFill>
        <p:spPr>
          <a:xfrm>
            <a:off x="1299412" y="3754262"/>
            <a:ext cx="2390108" cy="2191696"/>
          </a:xfrm>
          <a:prstGeom prst="rect">
            <a:avLst/>
          </a:prstGeom>
        </p:spPr>
      </p:pic>
      <p:sp>
        <p:nvSpPr>
          <p:cNvPr id="12" name="Titre 1">
            <a:extLst>
              <a:ext uri="{FF2B5EF4-FFF2-40B4-BE49-F238E27FC236}">
                <a16:creationId xmlns:a16="http://schemas.microsoft.com/office/drawing/2014/main" id="{9DF622FA-1C0E-46AF-068A-AE7F6EC0776C}"/>
              </a:ext>
            </a:extLst>
          </p:cNvPr>
          <p:cNvSpPr txBox="1">
            <a:spLocks/>
          </p:cNvSpPr>
          <p:nvPr/>
        </p:nvSpPr>
        <p:spPr bwMode="gray">
          <a:xfrm>
            <a:off x="1692259" y="6030732"/>
            <a:ext cx="2132014" cy="261140"/>
          </a:xfrm>
          <a:prstGeom prst="rect">
            <a:avLst/>
          </a:prstGeom>
        </p:spPr>
        <p:txBody>
          <a:bodyPr vert="horz" lIns="0" tIns="0" rIns="0" bIns="0" rtlCol="0" anchor="t" anchorCtr="0">
            <a:normAutofit fontScale="97500"/>
          </a:bodyPr>
          <a:lstStyle>
            <a:lvl1pPr algn="l" defTabSz="914400" rtl="0" eaLnBrk="1" latinLnBrk="0" hangingPunct="1">
              <a:lnSpc>
                <a:spcPct val="75000"/>
              </a:lnSpc>
              <a:spcBef>
                <a:spcPct val="0"/>
              </a:spcBef>
              <a:buNone/>
              <a:defRPr sz="2400" b="0" kern="1200">
                <a:solidFill>
                  <a:schemeClr val="accent3"/>
                </a:solidFill>
                <a:latin typeface="+mj-lt"/>
                <a:ea typeface="+mj-ea"/>
                <a:cs typeface="+mj-cs"/>
              </a:defRPr>
            </a:lvl1pPr>
          </a:lstStyle>
          <a:p>
            <a:pPr fontAlgn="t"/>
            <a:r>
              <a:rPr lang="en-US" sz="1600" dirty="0"/>
              <a:t>IMC of type </a:t>
            </a:r>
            <a:r>
              <a:rPr lang="en-US" sz="1600" dirty="0" err="1"/>
              <a:t>AxF</a:t>
            </a:r>
            <a:r>
              <a:rPr lang="en-US" sz="1600" dirty="0"/>
              <a:t>/PA</a:t>
            </a:r>
          </a:p>
        </p:txBody>
      </p:sp>
    </p:spTree>
    <p:extLst>
      <p:ext uri="{BB962C8B-B14F-4D97-AF65-F5344CB8AC3E}">
        <p14:creationId xmlns:p14="http://schemas.microsoft.com/office/powerpoint/2010/main" val="930723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40464-8404-C087-9404-BB62584E0287}"/>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4DDEC44F-BE76-6F29-16C9-C27B16E791BC}"/>
              </a:ext>
            </a:extLst>
          </p:cNvPr>
          <p:cNvSpPr>
            <a:spLocks noGrp="1"/>
          </p:cNvSpPr>
          <p:nvPr>
            <p:ph type="dt" sz="half" idx="10"/>
          </p:nvPr>
        </p:nvSpPr>
        <p:spPr bwMode="gray"/>
        <p:txBody>
          <a:bodyPr/>
          <a:lstStyle/>
          <a:p>
            <a:r>
              <a:rPr lang="en-GB"/>
              <a:t>Date</a:t>
            </a:r>
          </a:p>
        </p:txBody>
      </p:sp>
      <p:sp>
        <p:nvSpPr>
          <p:cNvPr id="5" name="Espace réservé du pied de page 4">
            <a:extLst>
              <a:ext uri="{FF2B5EF4-FFF2-40B4-BE49-F238E27FC236}">
                <a16:creationId xmlns:a16="http://schemas.microsoft.com/office/drawing/2014/main" id="{CEC5383D-45B8-5874-CC09-466BA08B36EF}"/>
              </a:ext>
            </a:extLst>
          </p:cNvPr>
          <p:cNvSpPr>
            <a:spLocks noGrp="1"/>
          </p:cNvSpPr>
          <p:nvPr>
            <p:ph type="ftr" sz="quarter" idx="11"/>
          </p:nvPr>
        </p:nvSpPr>
        <p:spPr bwMode="gray"/>
        <p:txBody>
          <a:bodyPr/>
          <a:lstStyle/>
          <a:p>
            <a:r>
              <a:rPr lang="en-GB"/>
              <a:t>Title of the presentation on three lines - Lorem impsum dolor sit amet consectetuer adipiscing elit, sed diam nonummy</a:t>
            </a:r>
          </a:p>
        </p:txBody>
      </p:sp>
      <p:sp>
        <p:nvSpPr>
          <p:cNvPr id="6" name="Espace réservé du numéro de diapositive 5">
            <a:extLst>
              <a:ext uri="{FF2B5EF4-FFF2-40B4-BE49-F238E27FC236}">
                <a16:creationId xmlns:a16="http://schemas.microsoft.com/office/drawing/2014/main" id="{210DEBF9-7B6D-7FCF-5F39-3E922278E4FE}"/>
              </a:ext>
            </a:extLst>
          </p:cNvPr>
          <p:cNvSpPr>
            <a:spLocks noGrp="1"/>
          </p:cNvSpPr>
          <p:nvPr>
            <p:ph type="sldNum" sz="quarter" idx="12"/>
          </p:nvPr>
        </p:nvSpPr>
        <p:spPr bwMode="gray"/>
        <p:txBody>
          <a:bodyPr/>
          <a:lstStyle/>
          <a:p>
            <a:fld id="{733122C9-A0B9-462F-8757-0847AD287B63}" type="slidenum">
              <a:rPr lang="en-GB" smtClean="0"/>
              <a:pPr/>
              <a:t>15</a:t>
            </a:fld>
            <a:endParaRPr lang="en-GB"/>
          </a:p>
        </p:txBody>
      </p:sp>
      <p:sp>
        <p:nvSpPr>
          <p:cNvPr id="8" name="Titre 7">
            <a:extLst>
              <a:ext uri="{FF2B5EF4-FFF2-40B4-BE49-F238E27FC236}">
                <a16:creationId xmlns:a16="http://schemas.microsoft.com/office/drawing/2014/main" id="{E01A674C-1423-26E1-3CCA-A2C262612B48}"/>
              </a:ext>
            </a:extLst>
          </p:cNvPr>
          <p:cNvSpPr>
            <a:spLocks noGrp="1"/>
          </p:cNvSpPr>
          <p:nvPr>
            <p:ph type="title"/>
          </p:nvPr>
        </p:nvSpPr>
        <p:spPr bwMode="gray"/>
        <p:txBody>
          <a:bodyPr>
            <a:normAutofit/>
          </a:bodyPr>
          <a:lstStyle/>
          <a:p>
            <a:r>
              <a:rPr lang="en-GB" dirty="0"/>
              <a:t>0</a:t>
            </a:r>
            <a:r>
              <a:rPr lang="en-US" dirty="0"/>
              <a:t>4</a:t>
            </a:r>
            <a:endParaRPr lang="en-GB" dirty="0"/>
          </a:p>
        </p:txBody>
      </p:sp>
      <p:sp>
        <p:nvSpPr>
          <p:cNvPr id="11" name="Espace réservé du texte 10">
            <a:extLst>
              <a:ext uri="{FF2B5EF4-FFF2-40B4-BE49-F238E27FC236}">
                <a16:creationId xmlns:a16="http://schemas.microsoft.com/office/drawing/2014/main" id="{DD5DFEC0-C70A-D268-D161-88957E08134B}"/>
              </a:ext>
            </a:extLst>
          </p:cNvPr>
          <p:cNvSpPr>
            <a:spLocks noGrp="1"/>
          </p:cNvSpPr>
          <p:nvPr>
            <p:ph type="body" sz="quarter" idx="13"/>
          </p:nvPr>
        </p:nvSpPr>
        <p:spPr bwMode="gray"/>
        <p:txBody>
          <a:bodyPr/>
          <a:lstStyle/>
          <a:p>
            <a:r>
              <a:rPr lang="en-US" dirty="0"/>
              <a:t>Cabinet Layout</a:t>
            </a:r>
          </a:p>
        </p:txBody>
      </p:sp>
    </p:spTree>
    <p:extLst>
      <p:ext uri="{BB962C8B-B14F-4D97-AF65-F5344CB8AC3E}">
        <p14:creationId xmlns:p14="http://schemas.microsoft.com/office/powerpoint/2010/main" val="7952291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C12A0-E7C3-FDF9-16B8-9D3E811F8811}"/>
            </a:ext>
          </a:extLst>
        </p:cNvPr>
        <p:cNvGrpSpPr/>
        <p:nvPr/>
      </p:nvGrpSpPr>
      <p:grpSpPr>
        <a:xfrm>
          <a:off x="0" y="0"/>
          <a:ext cx="0" cy="0"/>
          <a:chOff x="0" y="0"/>
          <a:chExt cx="0" cy="0"/>
        </a:xfrm>
      </p:grpSpPr>
      <p:pic>
        <p:nvPicPr>
          <p:cNvPr id="58" name="Picture 57">
            <a:extLst>
              <a:ext uri="{FF2B5EF4-FFF2-40B4-BE49-F238E27FC236}">
                <a16:creationId xmlns:a16="http://schemas.microsoft.com/office/drawing/2014/main" id="{62F593C3-4C59-9D69-51F3-0FFB6B1D7B65}"/>
              </a:ext>
            </a:extLst>
          </p:cNvPr>
          <p:cNvPicPr>
            <a:picLocks noChangeAspect="1"/>
          </p:cNvPicPr>
          <p:nvPr/>
        </p:nvPicPr>
        <p:blipFill>
          <a:blip r:embed="rId3"/>
          <a:stretch>
            <a:fillRect/>
          </a:stretch>
        </p:blipFill>
        <p:spPr>
          <a:xfrm>
            <a:off x="3809283" y="918820"/>
            <a:ext cx="5353956" cy="5309197"/>
          </a:xfrm>
          <a:prstGeom prst="rect">
            <a:avLst/>
          </a:prstGeom>
        </p:spPr>
      </p:pic>
      <p:sp>
        <p:nvSpPr>
          <p:cNvPr id="2" name="Titre 1">
            <a:extLst>
              <a:ext uri="{FF2B5EF4-FFF2-40B4-BE49-F238E27FC236}">
                <a16:creationId xmlns:a16="http://schemas.microsoft.com/office/drawing/2014/main" id="{A5293F59-EF4B-3818-DA88-E15201A6AA94}"/>
              </a:ext>
            </a:extLst>
          </p:cNvPr>
          <p:cNvSpPr>
            <a:spLocks noGrp="1"/>
          </p:cNvSpPr>
          <p:nvPr>
            <p:ph type="title"/>
          </p:nvPr>
        </p:nvSpPr>
        <p:spPr>
          <a:xfrm>
            <a:off x="775915" y="1002575"/>
            <a:ext cx="2188813" cy="332088"/>
          </a:xfrm>
        </p:spPr>
        <p:txBody>
          <a:bodyPr/>
          <a:lstStyle/>
          <a:p>
            <a:r>
              <a:rPr lang="en-US" dirty="0"/>
              <a:t>Cabinet Layout</a:t>
            </a:r>
            <a:endParaRPr lang="en-GB" dirty="0"/>
          </a:p>
        </p:txBody>
      </p:sp>
      <p:sp>
        <p:nvSpPr>
          <p:cNvPr id="3" name="Espace réservé de la date 2">
            <a:extLst>
              <a:ext uri="{FF2B5EF4-FFF2-40B4-BE49-F238E27FC236}">
                <a16:creationId xmlns:a16="http://schemas.microsoft.com/office/drawing/2014/main" id="{5E85AFC8-EC0B-DE07-3CA4-6807825C5D44}"/>
              </a:ext>
            </a:extLst>
          </p:cNvPr>
          <p:cNvSpPr>
            <a:spLocks noGrp="1"/>
          </p:cNvSpPr>
          <p:nvPr>
            <p:ph type="dt" sz="half" idx="14"/>
          </p:nvPr>
        </p:nvSpPr>
        <p:spPr bwMode="gray"/>
        <p:txBody>
          <a:bodyPr/>
          <a:lstStyle/>
          <a:p>
            <a:pPr algn="l"/>
            <a:r>
              <a:rPr lang="en-GB">
                <a:latin typeface="+mj-lt"/>
              </a:rPr>
              <a:t>Date</a:t>
            </a:r>
          </a:p>
        </p:txBody>
      </p:sp>
      <p:sp>
        <p:nvSpPr>
          <p:cNvPr id="4" name="Espace réservé du pied de page 3">
            <a:extLst>
              <a:ext uri="{FF2B5EF4-FFF2-40B4-BE49-F238E27FC236}">
                <a16:creationId xmlns:a16="http://schemas.microsoft.com/office/drawing/2014/main" id="{051B0075-24D9-BA4A-D24D-744ADBAB7509}"/>
              </a:ext>
            </a:extLst>
          </p:cNvPr>
          <p:cNvSpPr>
            <a:spLocks noGrp="1"/>
          </p:cNvSpPr>
          <p:nvPr>
            <p:ph type="ftr" sz="quarter" idx="15"/>
          </p:nvPr>
        </p:nvSpPr>
        <p:spPr bwMode="gray"/>
        <p:txBody>
          <a:bodyPr/>
          <a:lstStyle/>
          <a:p>
            <a:r>
              <a:rPr lang="en-GB">
                <a:latin typeface="+mj-lt"/>
              </a:rPr>
              <a:t>Title of the presentation on three lines - Lorem impsum dolor sit amet consectetuer adipiscing elit, sed diam nonummy</a:t>
            </a:r>
          </a:p>
        </p:txBody>
      </p:sp>
      <p:sp>
        <p:nvSpPr>
          <p:cNvPr id="5" name="Espace réservé du numéro de diapositive 4">
            <a:extLst>
              <a:ext uri="{FF2B5EF4-FFF2-40B4-BE49-F238E27FC236}">
                <a16:creationId xmlns:a16="http://schemas.microsoft.com/office/drawing/2014/main" id="{4940EFFA-9D4B-8F3A-BC2E-EA5649869E47}"/>
              </a:ext>
            </a:extLst>
          </p:cNvPr>
          <p:cNvSpPr>
            <a:spLocks noGrp="1"/>
          </p:cNvSpPr>
          <p:nvPr>
            <p:ph type="sldNum" sz="quarter" idx="16"/>
          </p:nvPr>
        </p:nvSpPr>
        <p:spPr bwMode="gray"/>
        <p:txBody>
          <a:bodyPr/>
          <a:lstStyle/>
          <a:p>
            <a:fld id="{733122C9-A0B9-462F-8757-0847AD287B63}" type="slidenum">
              <a:rPr lang="en-GB" smtClean="0">
                <a:latin typeface="+mj-lt"/>
              </a:rPr>
              <a:pPr/>
              <a:t>16</a:t>
            </a:fld>
            <a:endParaRPr lang="en-GB">
              <a:latin typeface="+mj-lt"/>
            </a:endParaRPr>
          </a:p>
        </p:txBody>
      </p:sp>
      <p:sp>
        <p:nvSpPr>
          <p:cNvPr id="15" name="Flowchart: Connector 14">
            <a:extLst>
              <a:ext uri="{FF2B5EF4-FFF2-40B4-BE49-F238E27FC236}">
                <a16:creationId xmlns:a16="http://schemas.microsoft.com/office/drawing/2014/main" id="{5484BDE1-7F44-6443-21B3-F780E2E2A04A}"/>
              </a:ext>
            </a:extLst>
          </p:cNvPr>
          <p:cNvSpPr/>
          <p:nvPr/>
        </p:nvSpPr>
        <p:spPr>
          <a:xfrm>
            <a:off x="3443415" y="1531938"/>
            <a:ext cx="209550" cy="228600"/>
          </a:xfrm>
          <a:prstGeom prst="flowChartConnector">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cxnSp>
        <p:nvCxnSpPr>
          <p:cNvPr id="17" name="Straight Arrow Connector 16">
            <a:extLst>
              <a:ext uri="{FF2B5EF4-FFF2-40B4-BE49-F238E27FC236}">
                <a16:creationId xmlns:a16="http://schemas.microsoft.com/office/drawing/2014/main" id="{7E167EA0-EBC1-C8A6-B0C2-C60CACEAB184}"/>
              </a:ext>
            </a:extLst>
          </p:cNvPr>
          <p:cNvCxnSpPr>
            <a:cxnSpLocks/>
          </p:cNvCxnSpPr>
          <p:nvPr/>
        </p:nvCxnSpPr>
        <p:spPr>
          <a:xfrm>
            <a:off x="3652965" y="1698626"/>
            <a:ext cx="614235"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173CBCA-7BF9-5A15-A061-92B427EE890D}"/>
              </a:ext>
            </a:extLst>
          </p:cNvPr>
          <p:cNvCxnSpPr>
            <a:cxnSpLocks/>
            <a:stCxn id="24" idx="3"/>
          </p:cNvCxnSpPr>
          <p:nvPr/>
        </p:nvCxnSpPr>
        <p:spPr>
          <a:xfrm flipH="1">
            <a:off x="4952999" y="1278163"/>
            <a:ext cx="81104" cy="420463"/>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13223E8-525F-278B-B7A3-68E3F3101F71}"/>
              </a:ext>
            </a:extLst>
          </p:cNvPr>
          <p:cNvCxnSpPr>
            <a:cxnSpLocks/>
            <a:stCxn id="24" idx="3"/>
          </p:cNvCxnSpPr>
          <p:nvPr/>
        </p:nvCxnSpPr>
        <p:spPr>
          <a:xfrm flipH="1">
            <a:off x="4519051" y="1278163"/>
            <a:ext cx="515052" cy="420463"/>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4" name="Flowchart: Connector 23">
            <a:extLst>
              <a:ext uri="{FF2B5EF4-FFF2-40B4-BE49-F238E27FC236}">
                <a16:creationId xmlns:a16="http://schemas.microsoft.com/office/drawing/2014/main" id="{3706D1F1-CC7A-63E4-8AE7-459916FDF1EB}"/>
              </a:ext>
            </a:extLst>
          </p:cNvPr>
          <p:cNvSpPr/>
          <p:nvPr/>
        </p:nvSpPr>
        <p:spPr>
          <a:xfrm>
            <a:off x="5003415" y="1083041"/>
            <a:ext cx="209550" cy="228600"/>
          </a:xfrm>
          <a:prstGeom prst="flowChartConnector">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29" name="Straight Arrow Connector 28">
            <a:extLst>
              <a:ext uri="{FF2B5EF4-FFF2-40B4-BE49-F238E27FC236}">
                <a16:creationId xmlns:a16="http://schemas.microsoft.com/office/drawing/2014/main" id="{69881CF6-5DE9-6C29-C114-3FC66389121C}"/>
              </a:ext>
            </a:extLst>
          </p:cNvPr>
          <p:cNvCxnSpPr>
            <a:cxnSpLocks/>
          </p:cNvCxnSpPr>
          <p:nvPr/>
        </p:nvCxnSpPr>
        <p:spPr>
          <a:xfrm flipH="1">
            <a:off x="5155000" y="1646238"/>
            <a:ext cx="560000"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3" name="Flowchart: Connector 32">
            <a:extLst>
              <a:ext uri="{FF2B5EF4-FFF2-40B4-BE49-F238E27FC236}">
                <a16:creationId xmlns:a16="http://schemas.microsoft.com/office/drawing/2014/main" id="{B74395DC-4D9A-8FD6-A19C-164D06E29391}"/>
              </a:ext>
            </a:extLst>
          </p:cNvPr>
          <p:cNvSpPr/>
          <p:nvPr/>
        </p:nvSpPr>
        <p:spPr>
          <a:xfrm>
            <a:off x="5700968" y="1529645"/>
            <a:ext cx="209550" cy="228600"/>
          </a:xfrm>
          <a:prstGeom prst="flowChartConnector">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cxnSp>
        <p:nvCxnSpPr>
          <p:cNvPr id="34" name="Straight Arrow Connector 33">
            <a:extLst>
              <a:ext uri="{FF2B5EF4-FFF2-40B4-BE49-F238E27FC236}">
                <a16:creationId xmlns:a16="http://schemas.microsoft.com/office/drawing/2014/main" id="{0345B599-E93D-DEB8-8B35-E448B8B8A494}"/>
              </a:ext>
            </a:extLst>
          </p:cNvPr>
          <p:cNvCxnSpPr>
            <a:cxnSpLocks/>
          </p:cNvCxnSpPr>
          <p:nvPr/>
        </p:nvCxnSpPr>
        <p:spPr>
          <a:xfrm flipV="1">
            <a:off x="3652965" y="2060575"/>
            <a:ext cx="1042523" cy="244475"/>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6" name="Flowchart: Connector 35">
            <a:extLst>
              <a:ext uri="{FF2B5EF4-FFF2-40B4-BE49-F238E27FC236}">
                <a16:creationId xmlns:a16="http://schemas.microsoft.com/office/drawing/2014/main" id="{61F12151-7EBD-14F2-95CC-92959718F07B}"/>
              </a:ext>
            </a:extLst>
          </p:cNvPr>
          <p:cNvSpPr/>
          <p:nvPr/>
        </p:nvSpPr>
        <p:spPr>
          <a:xfrm>
            <a:off x="3434428" y="2190750"/>
            <a:ext cx="209550" cy="228600"/>
          </a:xfrm>
          <a:prstGeom prst="flowChartConnector">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7" name="TextBox 36">
            <a:extLst>
              <a:ext uri="{FF2B5EF4-FFF2-40B4-BE49-F238E27FC236}">
                <a16:creationId xmlns:a16="http://schemas.microsoft.com/office/drawing/2014/main" id="{71B22843-CF58-D36A-5D39-B03ADD5C7661}"/>
              </a:ext>
            </a:extLst>
          </p:cNvPr>
          <p:cNvSpPr txBox="1"/>
          <p:nvPr/>
        </p:nvSpPr>
        <p:spPr>
          <a:xfrm>
            <a:off x="239724" y="1427887"/>
            <a:ext cx="2514600" cy="1508105"/>
          </a:xfrm>
          <a:prstGeom prst="rect">
            <a:avLst/>
          </a:prstGeom>
          <a:noFill/>
        </p:spPr>
        <p:txBody>
          <a:bodyPr wrap="square" rtlCol="0">
            <a:spAutoFit/>
          </a:bodyPr>
          <a:lstStyle/>
          <a:p>
            <a:r>
              <a:rPr lang="en-US" sz="2000" b="1" dirty="0">
                <a:ln/>
                <a:solidFill>
                  <a:schemeClr val="accent3"/>
                </a:solidFill>
              </a:rPr>
              <a:t>+F0:</a:t>
            </a:r>
          </a:p>
          <a:p>
            <a:r>
              <a:rPr lang="en-US" dirty="0">
                <a:solidFill>
                  <a:schemeClr val="accent2"/>
                </a:solidFill>
              </a:rPr>
              <a:t>1-</a:t>
            </a:r>
            <a:r>
              <a:rPr lang="en-US" dirty="0">
                <a:solidFill>
                  <a:schemeClr val="accent3"/>
                </a:solidFill>
              </a:rPr>
              <a:t> Protection Unit.</a:t>
            </a:r>
          </a:p>
          <a:p>
            <a:r>
              <a:rPr lang="en-US" dirty="0">
                <a:solidFill>
                  <a:schemeClr val="accent2"/>
                </a:solidFill>
              </a:rPr>
              <a:t>2-</a:t>
            </a:r>
            <a:r>
              <a:rPr lang="en-US" dirty="0">
                <a:solidFill>
                  <a:schemeClr val="accent3"/>
                </a:solidFill>
              </a:rPr>
              <a:t> Rectifier Unit.</a:t>
            </a:r>
          </a:p>
          <a:p>
            <a:r>
              <a:rPr lang="en-US" dirty="0">
                <a:solidFill>
                  <a:schemeClr val="accent2"/>
                </a:solidFill>
              </a:rPr>
              <a:t>3-</a:t>
            </a:r>
            <a:r>
              <a:rPr lang="en-US" dirty="0">
                <a:solidFill>
                  <a:schemeClr val="accent3"/>
                </a:solidFill>
              </a:rPr>
              <a:t> Redundancy Unit.</a:t>
            </a:r>
          </a:p>
          <a:p>
            <a:r>
              <a:rPr lang="en-US" dirty="0">
                <a:solidFill>
                  <a:schemeClr val="accent2"/>
                </a:solidFill>
              </a:rPr>
              <a:t>4-</a:t>
            </a:r>
            <a:r>
              <a:rPr lang="en-US" dirty="0">
                <a:solidFill>
                  <a:schemeClr val="accent3"/>
                </a:solidFill>
              </a:rPr>
              <a:t> Fuses Block.</a:t>
            </a:r>
          </a:p>
        </p:txBody>
      </p:sp>
      <p:cxnSp>
        <p:nvCxnSpPr>
          <p:cNvPr id="38" name="Straight Arrow Connector 37">
            <a:extLst>
              <a:ext uri="{FF2B5EF4-FFF2-40B4-BE49-F238E27FC236}">
                <a16:creationId xmlns:a16="http://schemas.microsoft.com/office/drawing/2014/main" id="{8C14F7C9-B79A-8349-C167-0F587F4613BE}"/>
              </a:ext>
            </a:extLst>
          </p:cNvPr>
          <p:cNvCxnSpPr>
            <a:cxnSpLocks/>
            <a:stCxn id="51" idx="6"/>
          </p:cNvCxnSpPr>
          <p:nvPr/>
        </p:nvCxnSpPr>
        <p:spPr>
          <a:xfrm flipV="1">
            <a:off x="3443415" y="3133725"/>
            <a:ext cx="776160" cy="250886"/>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033F9E1-3B74-D625-30EA-5B1F3F0BE3C3}"/>
              </a:ext>
            </a:extLst>
          </p:cNvPr>
          <p:cNvCxnSpPr>
            <a:cxnSpLocks/>
            <a:stCxn id="51" idx="6"/>
          </p:cNvCxnSpPr>
          <p:nvPr/>
        </p:nvCxnSpPr>
        <p:spPr>
          <a:xfrm flipV="1">
            <a:off x="3443415" y="3159979"/>
            <a:ext cx="1118723" cy="224632"/>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F5166C8F-92BB-269B-50B1-CE4908B1D432}"/>
              </a:ext>
            </a:extLst>
          </p:cNvPr>
          <p:cNvCxnSpPr>
            <a:cxnSpLocks/>
            <a:stCxn id="50" idx="6"/>
          </p:cNvCxnSpPr>
          <p:nvPr/>
        </p:nvCxnSpPr>
        <p:spPr>
          <a:xfrm>
            <a:off x="3542979" y="2722290"/>
            <a:ext cx="781371" cy="182925"/>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F38E8024-DBFC-1320-FEFA-46C957C6B5AA}"/>
              </a:ext>
            </a:extLst>
          </p:cNvPr>
          <p:cNvCxnSpPr>
            <a:cxnSpLocks/>
          </p:cNvCxnSpPr>
          <p:nvPr/>
        </p:nvCxnSpPr>
        <p:spPr>
          <a:xfrm>
            <a:off x="3569457" y="2717097"/>
            <a:ext cx="1110890" cy="188117"/>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0" name="Flowchart: Connector 49">
            <a:extLst>
              <a:ext uri="{FF2B5EF4-FFF2-40B4-BE49-F238E27FC236}">
                <a16:creationId xmlns:a16="http://schemas.microsoft.com/office/drawing/2014/main" id="{570CC73D-8A16-4ED8-6740-6A0B771553DF}"/>
              </a:ext>
            </a:extLst>
          </p:cNvPr>
          <p:cNvSpPr/>
          <p:nvPr/>
        </p:nvSpPr>
        <p:spPr>
          <a:xfrm>
            <a:off x="3333429" y="2607990"/>
            <a:ext cx="209550" cy="228600"/>
          </a:xfrm>
          <a:prstGeom prst="flowChartConnector">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51" name="Flowchart: Connector 50">
            <a:extLst>
              <a:ext uri="{FF2B5EF4-FFF2-40B4-BE49-F238E27FC236}">
                <a16:creationId xmlns:a16="http://schemas.microsoft.com/office/drawing/2014/main" id="{CF9C130D-2FFE-8E10-632A-0F0CD5190495}"/>
              </a:ext>
            </a:extLst>
          </p:cNvPr>
          <p:cNvSpPr/>
          <p:nvPr/>
        </p:nvSpPr>
        <p:spPr>
          <a:xfrm>
            <a:off x="3233865" y="3270311"/>
            <a:ext cx="209550" cy="228600"/>
          </a:xfrm>
          <a:prstGeom prst="flowChartConnector">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52" name="TextBox 51">
            <a:extLst>
              <a:ext uri="{FF2B5EF4-FFF2-40B4-BE49-F238E27FC236}">
                <a16:creationId xmlns:a16="http://schemas.microsoft.com/office/drawing/2014/main" id="{A5B8A523-5465-CE77-4476-7DAF3E7C5503}"/>
              </a:ext>
            </a:extLst>
          </p:cNvPr>
          <p:cNvSpPr txBox="1"/>
          <p:nvPr/>
        </p:nvSpPr>
        <p:spPr>
          <a:xfrm>
            <a:off x="239724" y="3687823"/>
            <a:ext cx="2914955" cy="954107"/>
          </a:xfrm>
          <a:prstGeom prst="rect">
            <a:avLst/>
          </a:prstGeom>
          <a:noFill/>
        </p:spPr>
        <p:txBody>
          <a:bodyPr wrap="square" rtlCol="0">
            <a:spAutoFit/>
          </a:bodyPr>
          <a:lstStyle/>
          <a:p>
            <a:r>
              <a:rPr lang="en-US" sz="2000" b="1" dirty="0">
                <a:ln/>
                <a:solidFill>
                  <a:schemeClr val="accent3"/>
                </a:solidFill>
              </a:rPr>
              <a:t>+F2:</a:t>
            </a:r>
          </a:p>
          <a:p>
            <a:r>
              <a:rPr lang="en-US" dirty="0">
                <a:solidFill>
                  <a:schemeClr val="accent2"/>
                </a:solidFill>
              </a:rPr>
              <a:t>5-</a:t>
            </a:r>
            <a:r>
              <a:rPr lang="en-US" dirty="0">
                <a:solidFill>
                  <a:schemeClr val="accent3"/>
                </a:solidFill>
              </a:rPr>
              <a:t> Power Supply Board</a:t>
            </a:r>
          </a:p>
          <a:p>
            <a:r>
              <a:rPr lang="en-US" dirty="0">
                <a:solidFill>
                  <a:schemeClr val="accent2"/>
                </a:solidFill>
              </a:rPr>
              <a:t>6-</a:t>
            </a:r>
            <a:r>
              <a:rPr lang="en-US" dirty="0">
                <a:solidFill>
                  <a:schemeClr val="accent3"/>
                </a:solidFill>
              </a:rPr>
              <a:t> Evaluation Board AEB.</a:t>
            </a:r>
          </a:p>
        </p:txBody>
      </p:sp>
      <p:sp>
        <p:nvSpPr>
          <p:cNvPr id="53" name="TextBox 52">
            <a:extLst>
              <a:ext uri="{FF2B5EF4-FFF2-40B4-BE49-F238E27FC236}">
                <a16:creationId xmlns:a16="http://schemas.microsoft.com/office/drawing/2014/main" id="{25F2D924-C462-41FF-3BCB-5913466D66E2}"/>
              </a:ext>
            </a:extLst>
          </p:cNvPr>
          <p:cNvSpPr txBox="1"/>
          <p:nvPr/>
        </p:nvSpPr>
        <p:spPr>
          <a:xfrm>
            <a:off x="239724" y="5944911"/>
            <a:ext cx="2914955" cy="307777"/>
          </a:xfrm>
          <a:prstGeom prst="rect">
            <a:avLst/>
          </a:prstGeom>
          <a:noFill/>
        </p:spPr>
        <p:txBody>
          <a:bodyPr wrap="square" rtlCol="0">
            <a:spAutoFit/>
          </a:bodyPr>
          <a:lstStyle/>
          <a:p>
            <a:r>
              <a:rPr lang="en-US" sz="1400" dirty="0"/>
              <a:t>AEB: Advanced Evaluation Board</a:t>
            </a:r>
          </a:p>
        </p:txBody>
      </p:sp>
      <p:sp>
        <p:nvSpPr>
          <p:cNvPr id="54" name="TextBox 53">
            <a:extLst>
              <a:ext uri="{FF2B5EF4-FFF2-40B4-BE49-F238E27FC236}">
                <a16:creationId xmlns:a16="http://schemas.microsoft.com/office/drawing/2014/main" id="{F33D3CAB-4714-8223-9DB7-4C9A3799F107}"/>
              </a:ext>
            </a:extLst>
          </p:cNvPr>
          <p:cNvSpPr txBox="1"/>
          <p:nvPr/>
        </p:nvSpPr>
        <p:spPr>
          <a:xfrm>
            <a:off x="9058864" y="1427887"/>
            <a:ext cx="2802631" cy="954107"/>
          </a:xfrm>
          <a:prstGeom prst="rect">
            <a:avLst/>
          </a:prstGeom>
          <a:noFill/>
        </p:spPr>
        <p:txBody>
          <a:bodyPr wrap="square" rtlCol="0">
            <a:spAutoFit/>
          </a:bodyPr>
          <a:lstStyle/>
          <a:p>
            <a:r>
              <a:rPr lang="en-US" sz="2000" b="1" dirty="0">
                <a:ln/>
                <a:solidFill>
                  <a:schemeClr val="accent3"/>
                </a:solidFill>
              </a:rPr>
              <a:t>+F7</a:t>
            </a:r>
            <a:r>
              <a:rPr lang="en-US" b="1" dirty="0">
                <a:solidFill>
                  <a:schemeClr val="accent2"/>
                </a:solidFill>
              </a:rPr>
              <a:t>:</a:t>
            </a:r>
          </a:p>
          <a:p>
            <a:r>
              <a:rPr lang="en-US" dirty="0">
                <a:solidFill>
                  <a:schemeClr val="accent2"/>
                </a:solidFill>
              </a:rPr>
              <a:t>7-</a:t>
            </a:r>
            <a:r>
              <a:rPr lang="en-US" dirty="0">
                <a:solidFill>
                  <a:schemeClr val="accent3"/>
                </a:solidFill>
              </a:rPr>
              <a:t> Terminal Power Supply</a:t>
            </a:r>
          </a:p>
          <a:p>
            <a:r>
              <a:rPr lang="en-US" dirty="0">
                <a:solidFill>
                  <a:schemeClr val="accent2"/>
                </a:solidFill>
              </a:rPr>
              <a:t>8- </a:t>
            </a:r>
            <a:r>
              <a:rPr lang="en-US" dirty="0">
                <a:solidFill>
                  <a:schemeClr val="accent3"/>
                </a:solidFill>
              </a:rPr>
              <a:t>Terminal Block</a:t>
            </a:r>
          </a:p>
        </p:txBody>
      </p:sp>
      <p:cxnSp>
        <p:nvCxnSpPr>
          <p:cNvPr id="61" name="Straight Arrow Connector 60">
            <a:extLst>
              <a:ext uri="{FF2B5EF4-FFF2-40B4-BE49-F238E27FC236}">
                <a16:creationId xmlns:a16="http://schemas.microsoft.com/office/drawing/2014/main" id="{B9180FC1-1DB7-3B52-8D1B-B35D7D500887}"/>
              </a:ext>
            </a:extLst>
          </p:cNvPr>
          <p:cNvCxnSpPr>
            <a:cxnSpLocks/>
          </p:cNvCxnSpPr>
          <p:nvPr/>
        </p:nvCxnSpPr>
        <p:spPr>
          <a:xfrm flipH="1">
            <a:off x="8093796" y="1698626"/>
            <a:ext cx="560000"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2" name="Flowchart: Connector 61">
            <a:extLst>
              <a:ext uri="{FF2B5EF4-FFF2-40B4-BE49-F238E27FC236}">
                <a16:creationId xmlns:a16="http://schemas.microsoft.com/office/drawing/2014/main" id="{909853A2-499E-919C-2CC4-5CDC9B6DA22F}"/>
              </a:ext>
            </a:extLst>
          </p:cNvPr>
          <p:cNvSpPr/>
          <p:nvPr/>
        </p:nvSpPr>
        <p:spPr>
          <a:xfrm>
            <a:off x="8639764" y="1582033"/>
            <a:ext cx="209550" cy="228600"/>
          </a:xfrm>
          <a:prstGeom prst="flowChartConnector">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63" name="Flowchart: Connector 62">
            <a:extLst>
              <a:ext uri="{FF2B5EF4-FFF2-40B4-BE49-F238E27FC236}">
                <a16:creationId xmlns:a16="http://schemas.microsoft.com/office/drawing/2014/main" id="{0DC2755B-BFFE-AB56-32C8-BDF0C1D48F71}"/>
              </a:ext>
            </a:extLst>
          </p:cNvPr>
          <p:cNvSpPr/>
          <p:nvPr/>
        </p:nvSpPr>
        <p:spPr>
          <a:xfrm>
            <a:off x="6369604" y="1259794"/>
            <a:ext cx="209550" cy="228600"/>
          </a:xfrm>
          <a:prstGeom prst="flowChartConnector">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8</a:t>
            </a:r>
          </a:p>
        </p:txBody>
      </p:sp>
      <p:cxnSp>
        <p:nvCxnSpPr>
          <p:cNvPr id="64" name="Straight Arrow Connector 63">
            <a:extLst>
              <a:ext uri="{FF2B5EF4-FFF2-40B4-BE49-F238E27FC236}">
                <a16:creationId xmlns:a16="http://schemas.microsoft.com/office/drawing/2014/main" id="{DE62AB98-98B8-3F1D-4F93-2F8FB52E94FD}"/>
              </a:ext>
            </a:extLst>
          </p:cNvPr>
          <p:cNvCxnSpPr>
            <a:cxnSpLocks/>
          </p:cNvCxnSpPr>
          <p:nvPr/>
        </p:nvCxnSpPr>
        <p:spPr>
          <a:xfrm>
            <a:off x="6579154" y="1427887"/>
            <a:ext cx="614235" cy="216941"/>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4B5F947-E757-4A97-E66E-5FA1463A7EF6}"/>
              </a:ext>
            </a:extLst>
          </p:cNvPr>
          <p:cNvSpPr txBox="1"/>
          <p:nvPr/>
        </p:nvSpPr>
        <p:spPr>
          <a:xfrm>
            <a:off x="9058863" y="4779735"/>
            <a:ext cx="3005318" cy="677108"/>
          </a:xfrm>
          <a:prstGeom prst="rect">
            <a:avLst/>
          </a:prstGeom>
          <a:noFill/>
        </p:spPr>
        <p:txBody>
          <a:bodyPr wrap="square" rtlCol="0">
            <a:spAutoFit/>
          </a:bodyPr>
          <a:lstStyle/>
          <a:p>
            <a:r>
              <a:rPr lang="en-US" sz="2000" b="1" dirty="0">
                <a:ln/>
                <a:solidFill>
                  <a:schemeClr val="accent3"/>
                </a:solidFill>
              </a:rPr>
              <a:t>+F13:</a:t>
            </a:r>
          </a:p>
          <a:p>
            <a:r>
              <a:rPr lang="en-US" dirty="0">
                <a:solidFill>
                  <a:schemeClr val="accent2"/>
                </a:solidFill>
              </a:rPr>
              <a:t>11-</a:t>
            </a:r>
            <a:r>
              <a:rPr lang="en-US" dirty="0">
                <a:solidFill>
                  <a:schemeClr val="accent3"/>
                </a:solidFill>
              </a:rPr>
              <a:t> BSI004 Cards</a:t>
            </a:r>
          </a:p>
        </p:txBody>
      </p:sp>
      <p:sp>
        <p:nvSpPr>
          <p:cNvPr id="7" name="TextBox 6">
            <a:extLst>
              <a:ext uri="{FF2B5EF4-FFF2-40B4-BE49-F238E27FC236}">
                <a16:creationId xmlns:a16="http://schemas.microsoft.com/office/drawing/2014/main" id="{36FC4169-E606-1104-A817-18DCF24E9407}"/>
              </a:ext>
            </a:extLst>
          </p:cNvPr>
          <p:cNvSpPr txBox="1"/>
          <p:nvPr/>
        </p:nvSpPr>
        <p:spPr>
          <a:xfrm>
            <a:off x="9068234" y="2973921"/>
            <a:ext cx="2802631" cy="954107"/>
          </a:xfrm>
          <a:prstGeom prst="rect">
            <a:avLst/>
          </a:prstGeom>
          <a:noFill/>
        </p:spPr>
        <p:txBody>
          <a:bodyPr wrap="square" rtlCol="0">
            <a:spAutoFit/>
          </a:bodyPr>
          <a:lstStyle/>
          <a:p>
            <a:r>
              <a:rPr lang="en-US" sz="2000" b="1" dirty="0">
                <a:ln/>
                <a:solidFill>
                  <a:schemeClr val="accent3"/>
                </a:solidFill>
              </a:rPr>
              <a:t>+F9:</a:t>
            </a:r>
          </a:p>
          <a:p>
            <a:r>
              <a:rPr lang="en-US" dirty="0">
                <a:solidFill>
                  <a:schemeClr val="accent2"/>
                </a:solidFill>
              </a:rPr>
              <a:t>9- </a:t>
            </a:r>
            <a:r>
              <a:rPr lang="en-US" dirty="0">
                <a:solidFill>
                  <a:schemeClr val="accent3"/>
                </a:solidFill>
              </a:rPr>
              <a:t>SIC Board.</a:t>
            </a:r>
          </a:p>
          <a:p>
            <a:r>
              <a:rPr lang="en-US" dirty="0">
                <a:solidFill>
                  <a:schemeClr val="accent2"/>
                </a:solidFill>
              </a:rPr>
              <a:t>10- </a:t>
            </a:r>
            <a:r>
              <a:rPr lang="en-US" dirty="0">
                <a:solidFill>
                  <a:schemeClr val="accent3"/>
                </a:solidFill>
              </a:rPr>
              <a:t>IMC063 Cards</a:t>
            </a:r>
            <a:r>
              <a:rPr lang="en-US" dirty="0">
                <a:solidFill>
                  <a:schemeClr val="accent2"/>
                </a:solidFill>
              </a:rPr>
              <a:t>.</a:t>
            </a:r>
          </a:p>
        </p:txBody>
      </p:sp>
      <p:sp>
        <p:nvSpPr>
          <p:cNvPr id="8" name="Rectangle 7">
            <a:extLst>
              <a:ext uri="{FF2B5EF4-FFF2-40B4-BE49-F238E27FC236}">
                <a16:creationId xmlns:a16="http://schemas.microsoft.com/office/drawing/2014/main" id="{37DECE26-01AF-699D-29E2-434AF886344D}"/>
              </a:ext>
            </a:extLst>
          </p:cNvPr>
          <p:cNvSpPr/>
          <p:nvPr/>
        </p:nvSpPr>
        <p:spPr>
          <a:xfrm>
            <a:off x="3428060" y="1676385"/>
            <a:ext cx="633507" cy="400110"/>
          </a:xfrm>
          <a:prstGeom prst="rect">
            <a:avLst/>
          </a:prstGeom>
          <a:noFill/>
          <a:ln>
            <a:noFill/>
          </a:ln>
        </p:spPr>
        <p:style>
          <a:lnRef idx="0">
            <a:scrgbClr r="0" g="0" b="0"/>
          </a:lnRef>
          <a:fillRef idx="0">
            <a:scrgbClr r="0" g="0" b="0"/>
          </a:fillRef>
          <a:effectRef idx="0">
            <a:scrgbClr r="0" g="0" b="0"/>
          </a:effectRef>
          <a:fontRef idx="minor">
            <a:schemeClr val="accent3"/>
          </a:fontRef>
        </p:style>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000" b="1" dirty="0">
                <a:ln/>
                <a:solidFill>
                  <a:schemeClr val="accent3"/>
                </a:solidFill>
              </a:rPr>
              <a:t>+F0</a:t>
            </a:r>
          </a:p>
        </p:txBody>
      </p:sp>
      <p:sp>
        <p:nvSpPr>
          <p:cNvPr id="9" name="Rectangle 8">
            <a:extLst>
              <a:ext uri="{FF2B5EF4-FFF2-40B4-BE49-F238E27FC236}">
                <a16:creationId xmlns:a16="http://schemas.microsoft.com/office/drawing/2014/main" id="{007FF510-D3C7-BCEF-68F0-EB58F85121FA}"/>
              </a:ext>
            </a:extLst>
          </p:cNvPr>
          <p:cNvSpPr/>
          <p:nvPr/>
        </p:nvSpPr>
        <p:spPr>
          <a:xfrm>
            <a:off x="3443415" y="2333505"/>
            <a:ext cx="633507" cy="40011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000" b="1" dirty="0">
                <a:ln/>
                <a:solidFill>
                  <a:schemeClr val="accent3"/>
                </a:solidFill>
              </a:rPr>
              <a:t>+F1</a:t>
            </a:r>
          </a:p>
        </p:txBody>
      </p:sp>
      <p:sp>
        <p:nvSpPr>
          <p:cNvPr id="12" name="Rectangle 11">
            <a:extLst>
              <a:ext uri="{FF2B5EF4-FFF2-40B4-BE49-F238E27FC236}">
                <a16:creationId xmlns:a16="http://schemas.microsoft.com/office/drawing/2014/main" id="{CAE4C50A-5106-18D1-2B82-A638A5DD6DDF}"/>
              </a:ext>
            </a:extLst>
          </p:cNvPr>
          <p:cNvSpPr/>
          <p:nvPr/>
        </p:nvSpPr>
        <p:spPr>
          <a:xfrm>
            <a:off x="3370063" y="2857591"/>
            <a:ext cx="704040" cy="400110"/>
          </a:xfrm>
          <a:prstGeom prst="rect">
            <a:avLst/>
          </a:prstGeom>
          <a:noFill/>
        </p:spPr>
        <p:txBody>
          <a:bodyPr wrap="none" lIns="91440" tIns="45720" rIns="91440" bIns="45720">
            <a:spAutoFit/>
          </a:bodyPr>
          <a:lstStyle/>
          <a:p>
            <a:pPr algn="ctr"/>
            <a:r>
              <a:rPr lang="en-US" sz="2000" b="1" dirty="0">
                <a:ln/>
                <a:solidFill>
                  <a:schemeClr val="accent3"/>
                </a:solidFill>
              </a:rPr>
              <a:t>+ F2</a:t>
            </a:r>
          </a:p>
        </p:txBody>
      </p:sp>
      <p:sp>
        <p:nvSpPr>
          <p:cNvPr id="16" name="Rectangle 15">
            <a:extLst>
              <a:ext uri="{FF2B5EF4-FFF2-40B4-BE49-F238E27FC236}">
                <a16:creationId xmlns:a16="http://schemas.microsoft.com/office/drawing/2014/main" id="{0C1304B0-381A-F88B-BAC3-66A380D30EB6}"/>
              </a:ext>
            </a:extLst>
          </p:cNvPr>
          <p:cNvSpPr/>
          <p:nvPr/>
        </p:nvSpPr>
        <p:spPr>
          <a:xfrm>
            <a:off x="3440595" y="3351662"/>
            <a:ext cx="633508" cy="400110"/>
          </a:xfrm>
          <a:prstGeom prst="rect">
            <a:avLst/>
          </a:prstGeom>
          <a:noFill/>
          <a:ln>
            <a:noFill/>
          </a:ln>
        </p:spPr>
        <p:style>
          <a:lnRef idx="0">
            <a:scrgbClr r="0" g="0" b="0"/>
          </a:lnRef>
          <a:fillRef idx="0">
            <a:scrgbClr r="0" g="0" b="0"/>
          </a:fillRef>
          <a:effectRef idx="0">
            <a:scrgbClr r="0" g="0" b="0"/>
          </a:effectRef>
          <a:fontRef idx="minor">
            <a:schemeClr val="accent1"/>
          </a:fontRef>
        </p:style>
        <p:txBody>
          <a:bodyPr wrap="none" lIns="91440" tIns="45720" rIns="91440" bIns="45720">
            <a:spAutoFit/>
          </a:bodyPr>
          <a:lstStyle/>
          <a:p>
            <a:pPr algn="ctr"/>
            <a:r>
              <a:rPr lang="en-US" sz="2000" b="1" dirty="0">
                <a:ln/>
                <a:solidFill>
                  <a:schemeClr val="accent3"/>
                </a:solidFill>
              </a:rPr>
              <a:t>+F3</a:t>
            </a:r>
          </a:p>
        </p:txBody>
      </p:sp>
      <p:sp>
        <p:nvSpPr>
          <p:cNvPr id="19" name="Rectangle 18">
            <a:extLst>
              <a:ext uri="{FF2B5EF4-FFF2-40B4-BE49-F238E27FC236}">
                <a16:creationId xmlns:a16="http://schemas.microsoft.com/office/drawing/2014/main" id="{C5ABFDD6-5E2A-0279-EFDD-603A9E88ED4A}"/>
              </a:ext>
            </a:extLst>
          </p:cNvPr>
          <p:cNvSpPr/>
          <p:nvPr/>
        </p:nvSpPr>
        <p:spPr>
          <a:xfrm>
            <a:off x="3440595" y="3893553"/>
            <a:ext cx="633508" cy="400110"/>
          </a:xfrm>
          <a:prstGeom prst="rect">
            <a:avLst/>
          </a:prstGeom>
          <a:noFill/>
        </p:spPr>
        <p:txBody>
          <a:bodyPr wrap="none" lIns="91440" tIns="45720" rIns="91440" bIns="45720">
            <a:spAutoFit/>
          </a:bodyPr>
          <a:lstStyle/>
          <a:p>
            <a:pPr algn="ctr"/>
            <a:r>
              <a:rPr lang="en-US" sz="2000" b="1" dirty="0">
                <a:ln/>
                <a:solidFill>
                  <a:schemeClr val="accent3"/>
                </a:solidFill>
              </a:rPr>
              <a:t>+F4</a:t>
            </a:r>
          </a:p>
        </p:txBody>
      </p:sp>
      <p:sp>
        <p:nvSpPr>
          <p:cNvPr id="20" name="Rectangle 19">
            <a:extLst>
              <a:ext uri="{FF2B5EF4-FFF2-40B4-BE49-F238E27FC236}">
                <a16:creationId xmlns:a16="http://schemas.microsoft.com/office/drawing/2014/main" id="{D16B782A-CF76-3FB3-1D8B-A0C66E01666C}"/>
              </a:ext>
            </a:extLst>
          </p:cNvPr>
          <p:cNvSpPr/>
          <p:nvPr/>
        </p:nvSpPr>
        <p:spPr>
          <a:xfrm>
            <a:off x="3456370" y="4379625"/>
            <a:ext cx="633508" cy="400110"/>
          </a:xfrm>
          <a:prstGeom prst="rect">
            <a:avLst/>
          </a:prstGeom>
          <a:noFill/>
        </p:spPr>
        <p:txBody>
          <a:bodyPr wrap="none" lIns="91440" tIns="45720" rIns="91440" bIns="45720">
            <a:spAutoFit/>
          </a:bodyPr>
          <a:lstStyle/>
          <a:p>
            <a:pPr algn="ctr"/>
            <a:r>
              <a:rPr lang="en-US" sz="2000" b="1" dirty="0">
                <a:ln/>
                <a:solidFill>
                  <a:schemeClr val="accent3"/>
                </a:solidFill>
              </a:rPr>
              <a:t>+F5</a:t>
            </a:r>
          </a:p>
        </p:txBody>
      </p:sp>
      <p:sp>
        <p:nvSpPr>
          <p:cNvPr id="22" name="Rectangle 21">
            <a:extLst>
              <a:ext uri="{FF2B5EF4-FFF2-40B4-BE49-F238E27FC236}">
                <a16:creationId xmlns:a16="http://schemas.microsoft.com/office/drawing/2014/main" id="{F6085F4A-C3C4-1C3C-006C-61E8B8EE212E}"/>
              </a:ext>
            </a:extLst>
          </p:cNvPr>
          <p:cNvSpPr/>
          <p:nvPr/>
        </p:nvSpPr>
        <p:spPr>
          <a:xfrm>
            <a:off x="3443542" y="4900139"/>
            <a:ext cx="633508" cy="400110"/>
          </a:xfrm>
          <a:prstGeom prst="rect">
            <a:avLst/>
          </a:prstGeom>
          <a:noFill/>
        </p:spPr>
        <p:txBody>
          <a:bodyPr wrap="none" lIns="91440" tIns="45720" rIns="91440" bIns="45720">
            <a:spAutoFit/>
          </a:bodyPr>
          <a:lstStyle/>
          <a:p>
            <a:pPr algn="ctr"/>
            <a:r>
              <a:rPr lang="en-US" sz="2000" b="1" dirty="0">
                <a:ln/>
                <a:solidFill>
                  <a:schemeClr val="accent3"/>
                </a:solidFill>
              </a:rPr>
              <a:t>+F6</a:t>
            </a:r>
          </a:p>
        </p:txBody>
      </p:sp>
      <p:sp>
        <p:nvSpPr>
          <p:cNvPr id="25" name="Rectangle 24">
            <a:extLst>
              <a:ext uri="{FF2B5EF4-FFF2-40B4-BE49-F238E27FC236}">
                <a16:creationId xmlns:a16="http://schemas.microsoft.com/office/drawing/2014/main" id="{1EAFE99E-084B-0505-9F35-BB037818BCBB}"/>
              </a:ext>
            </a:extLst>
          </p:cNvPr>
          <p:cNvSpPr/>
          <p:nvPr/>
        </p:nvSpPr>
        <p:spPr>
          <a:xfrm>
            <a:off x="6369604" y="1676385"/>
            <a:ext cx="633508" cy="400110"/>
          </a:xfrm>
          <a:prstGeom prst="rect">
            <a:avLst/>
          </a:prstGeom>
          <a:noFill/>
        </p:spPr>
        <p:txBody>
          <a:bodyPr wrap="none" lIns="91440" tIns="45720" rIns="91440" bIns="45720">
            <a:spAutoFit/>
          </a:bodyPr>
          <a:lstStyle/>
          <a:p>
            <a:pPr algn="ctr"/>
            <a:r>
              <a:rPr lang="en-US" sz="2000" b="1" dirty="0">
                <a:ln/>
                <a:solidFill>
                  <a:schemeClr val="accent3"/>
                </a:solidFill>
              </a:rPr>
              <a:t>+F7</a:t>
            </a:r>
          </a:p>
        </p:txBody>
      </p:sp>
      <p:sp>
        <p:nvSpPr>
          <p:cNvPr id="28" name="Rectangle 27">
            <a:extLst>
              <a:ext uri="{FF2B5EF4-FFF2-40B4-BE49-F238E27FC236}">
                <a16:creationId xmlns:a16="http://schemas.microsoft.com/office/drawing/2014/main" id="{EE7A7635-3509-8F56-DC77-100617F66680}"/>
              </a:ext>
            </a:extLst>
          </p:cNvPr>
          <p:cNvSpPr/>
          <p:nvPr/>
        </p:nvSpPr>
        <p:spPr>
          <a:xfrm>
            <a:off x="6380102" y="2351217"/>
            <a:ext cx="633508" cy="400110"/>
          </a:xfrm>
          <a:prstGeom prst="rect">
            <a:avLst/>
          </a:prstGeom>
          <a:noFill/>
        </p:spPr>
        <p:txBody>
          <a:bodyPr wrap="none" lIns="91440" tIns="45720" rIns="91440" bIns="45720">
            <a:spAutoFit/>
          </a:bodyPr>
          <a:lstStyle/>
          <a:p>
            <a:pPr algn="ctr"/>
            <a:r>
              <a:rPr lang="en-US" sz="2000" b="1" dirty="0">
                <a:ln/>
                <a:solidFill>
                  <a:schemeClr val="accent3"/>
                </a:solidFill>
              </a:rPr>
              <a:t>+F8</a:t>
            </a:r>
          </a:p>
        </p:txBody>
      </p:sp>
      <p:sp>
        <p:nvSpPr>
          <p:cNvPr id="30" name="Rectangle 29">
            <a:extLst>
              <a:ext uri="{FF2B5EF4-FFF2-40B4-BE49-F238E27FC236}">
                <a16:creationId xmlns:a16="http://schemas.microsoft.com/office/drawing/2014/main" id="{C74D7590-2F93-0961-DE16-B3EB362562DA}"/>
              </a:ext>
            </a:extLst>
          </p:cNvPr>
          <p:cNvSpPr/>
          <p:nvPr/>
        </p:nvSpPr>
        <p:spPr>
          <a:xfrm>
            <a:off x="6387006" y="2848509"/>
            <a:ext cx="633508" cy="400110"/>
          </a:xfrm>
          <a:prstGeom prst="rect">
            <a:avLst/>
          </a:prstGeom>
          <a:noFill/>
        </p:spPr>
        <p:txBody>
          <a:bodyPr wrap="none" lIns="91440" tIns="45720" rIns="91440" bIns="45720">
            <a:spAutoFit/>
          </a:bodyPr>
          <a:lstStyle/>
          <a:p>
            <a:pPr algn="ctr"/>
            <a:r>
              <a:rPr lang="en-US" sz="2000" b="1" dirty="0">
                <a:ln/>
                <a:solidFill>
                  <a:schemeClr val="accent3"/>
                </a:solidFill>
              </a:rPr>
              <a:t>+F9</a:t>
            </a:r>
          </a:p>
        </p:txBody>
      </p:sp>
      <p:sp>
        <p:nvSpPr>
          <p:cNvPr id="31" name="Rectangle 30">
            <a:extLst>
              <a:ext uri="{FF2B5EF4-FFF2-40B4-BE49-F238E27FC236}">
                <a16:creationId xmlns:a16="http://schemas.microsoft.com/office/drawing/2014/main" id="{52248456-E91B-8210-1E6E-A7ED1DB0EB39}"/>
              </a:ext>
            </a:extLst>
          </p:cNvPr>
          <p:cNvSpPr/>
          <p:nvPr/>
        </p:nvSpPr>
        <p:spPr>
          <a:xfrm>
            <a:off x="6243669" y="3386838"/>
            <a:ext cx="776175" cy="400110"/>
          </a:xfrm>
          <a:prstGeom prst="rect">
            <a:avLst/>
          </a:prstGeom>
          <a:noFill/>
        </p:spPr>
        <p:txBody>
          <a:bodyPr wrap="none" lIns="91440" tIns="45720" rIns="91440" bIns="45720">
            <a:spAutoFit/>
          </a:bodyPr>
          <a:lstStyle/>
          <a:p>
            <a:pPr algn="ctr"/>
            <a:r>
              <a:rPr lang="en-US" sz="2000" b="1" dirty="0">
                <a:ln/>
                <a:solidFill>
                  <a:schemeClr val="accent3"/>
                </a:solidFill>
              </a:rPr>
              <a:t>+F10</a:t>
            </a:r>
          </a:p>
        </p:txBody>
      </p:sp>
      <p:sp>
        <p:nvSpPr>
          <p:cNvPr id="32" name="Rectangle 31">
            <a:extLst>
              <a:ext uri="{FF2B5EF4-FFF2-40B4-BE49-F238E27FC236}">
                <a16:creationId xmlns:a16="http://schemas.microsoft.com/office/drawing/2014/main" id="{FC70398A-77CD-0ED8-9991-1FFF66F26FB1}"/>
              </a:ext>
            </a:extLst>
          </p:cNvPr>
          <p:cNvSpPr/>
          <p:nvPr/>
        </p:nvSpPr>
        <p:spPr>
          <a:xfrm>
            <a:off x="6260191" y="3896589"/>
            <a:ext cx="762003" cy="400110"/>
          </a:xfrm>
          <a:prstGeom prst="rect">
            <a:avLst/>
          </a:prstGeom>
          <a:noFill/>
        </p:spPr>
        <p:txBody>
          <a:bodyPr wrap="none" lIns="91440" tIns="45720" rIns="91440" bIns="45720">
            <a:spAutoFit/>
          </a:bodyPr>
          <a:lstStyle/>
          <a:p>
            <a:pPr algn="ctr"/>
            <a:r>
              <a:rPr lang="en-US" sz="2000" b="1" dirty="0">
                <a:ln/>
                <a:solidFill>
                  <a:schemeClr val="accent3"/>
                </a:solidFill>
              </a:rPr>
              <a:t>+F11</a:t>
            </a:r>
          </a:p>
        </p:txBody>
      </p:sp>
      <p:sp>
        <p:nvSpPr>
          <p:cNvPr id="35" name="Rectangle 34">
            <a:extLst>
              <a:ext uri="{FF2B5EF4-FFF2-40B4-BE49-F238E27FC236}">
                <a16:creationId xmlns:a16="http://schemas.microsoft.com/office/drawing/2014/main" id="{C35BC3C4-60F8-BE50-A82D-CE007EDD0ADE}"/>
              </a:ext>
            </a:extLst>
          </p:cNvPr>
          <p:cNvSpPr/>
          <p:nvPr/>
        </p:nvSpPr>
        <p:spPr>
          <a:xfrm>
            <a:off x="6244832" y="4389882"/>
            <a:ext cx="776175" cy="400110"/>
          </a:xfrm>
          <a:prstGeom prst="rect">
            <a:avLst/>
          </a:prstGeom>
          <a:noFill/>
        </p:spPr>
        <p:txBody>
          <a:bodyPr wrap="none" lIns="91440" tIns="45720" rIns="91440" bIns="45720">
            <a:spAutoFit/>
          </a:bodyPr>
          <a:lstStyle/>
          <a:p>
            <a:pPr algn="ctr"/>
            <a:r>
              <a:rPr lang="en-US" sz="2000" b="1" dirty="0">
                <a:ln/>
                <a:solidFill>
                  <a:schemeClr val="accent3"/>
                </a:solidFill>
              </a:rPr>
              <a:t>+F12</a:t>
            </a:r>
          </a:p>
        </p:txBody>
      </p:sp>
      <p:sp>
        <p:nvSpPr>
          <p:cNvPr id="39" name="Rectangle 38">
            <a:extLst>
              <a:ext uri="{FF2B5EF4-FFF2-40B4-BE49-F238E27FC236}">
                <a16:creationId xmlns:a16="http://schemas.microsoft.com/office/drawing/2014/main" id="{98962F3A-54EE-679A-D28D-555B0AF1FA2F}"/>
              </a:ext>
            </a:extLst>
          </p:cNvPr>
          <p:cNvSpPr/>
          <p:nvPr/>
        </p:nvSpPr>
        <p:spPr>
          <a:xfrm>
            <a:off x="6237435" y="4858676"/>
            <a:ext cx="776175" cy="400110"/>
          </a:xfrm>
          <a:prstGeom prst="rect">
            <a:avLst/>
          </a:prstGeom>
          <a:noFill/>
        </p:spPr>
        <p:txBody>
          <a:bodyPr wrap="none" lIns="91440" tIns="45720" rIns="91440" bIns="45720">
            <a:spAutoFit/>
          </a:bodyPr>
          <a:lstStyle/>
          <a:p>
            <a:pPr algn="ctr"/>
            <a:r>
              <a:rPr lang="en-US" sz="2000" b="1" dirty="0">
                <a:ln/>
                <a:solidFill>
                  <a:schemeClr val="accent3"/>
                </a:solidFill>
              </a:rPr>
              <a:t>+F13</a:t>
            </a:r>
          </a:p>
        </p:txBody>
      </p:sp>
      <p:sp>
        <p:nvSpPr>
          <p:cNvPr id="42" name="Flowchart: Connector 41">
            <a:extLst>
              <a:ext uri="{FF2B5EF4-FFF2-40B4-BE49-F238E27FC236}">
                <a16:creationId xmlns:a16="http://schemas.microsoft.com/office/drawing/2014/main" id="{31D260DC-67D4-5AC8-00A0-DEDE5119031F}"/>
              </a:ext>
            </a:extLst>
          </p:cNvPr>
          <p:cNvSpPr/>
          <p:nvPr/>
        </p:nvSpPr>
        <p:spPr>
          <a:xfrm>
            <a:off x="6181725" y="4668105"/>
            <a:ext cx="397429" cy="228600"/>
          </a:xfrm>
          <a:prstGeom prst="flowChartConnector">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t>11</a:t>
            </a:r>
          </a:p>
        </p:txBody>
      </p:sp>
      <p:cxnSp>
        <p:nvCxnSpPr>
          <p:cNvPr id="44" name="Straight Arrow Connector 43">
            <a:extLst>
              <a:ext uri="{FF2B5EF4-FFF2-40B4-BE49-F238E27FC236}">
                <a16:creationId xmlns:a16="http://schemas.microsoft.com/office/drawing/2014/main" id="{A9BEC124-1A26-B13D-BC08-D6BEDA9016C7}"/>
              </a:ext>
            </a:extLst>
          </p:cNvPr>
          <p:cNvCxnSpPr>
            <a:cxnSpLocks/>
          </p:cNvCxnSpPr>
          <p:nvPr/>
        </p:nvCxnSpPr>
        <p:spPr>
          <a:xfrm>
            <a:off x="6505202" y="4836198"/>
            <a:ext cx="614235" cy="216941"/>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2DC51AE-0C38-B570-A014-1C3AC4C24FC5}"/>
              </a:ext>
            </a:extLst>
          </p:cNvPr>
          <p:cNvCxnSpPr>
            <a:cxnSpLocks/>
            <a:stCxn id="11" idx="2"/>
          </p:cNvCxnSpPr>
          <p:nvPr/>
        </p:nvCxnSpPr>
        <p:spPr>
          <a:xfrm flipH="1">
            <a:off x="8102904" y="2638426"/>
            <a:ext cx="536860" cy="297566"/>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1" name="Flowchart: Connector 10">
            <a:extLst>
              <a:ext uri="{FF2B5EF4-FFF2-40B4-BE49-F238E27FC236}">
                <a16:creationId xmlns:a16="http://schemas.microsoft.com/office/drawing/2014/main" id="{CC9BA9B4-3C26-D701-ABA9-668E5F9A363E}"/>
              </a:ext>
            </a:extLst>
          </p:cNvPr>
          <p:cNvSpPr/>
          <p:nvPr/>
        </p:nvSpPr>
        <p:spPr>
          <a:xfrm>
            <a:off x="8639764" y="2524126"/>
            <a:ext cx="209550" cy="228600"/>
          </a:xfrm>
          <a:prstGeom prst="flowChartConnector">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9</a:t>
            </a:r>
          </a:p>
        </p:txBody>
      </p:sp>
      <p:cxnSp>
        <p:nvCxnSpPr>
          <p:cNvPr id="14" name="Straight Arrow Connector 13">
            <a:extLst>
              <a:ext uri="{FF2B5EF4-FFF2-40B4-BE49-F238E27FC236}">
                <a16:creationId xmlns:a16="http://schemas.microsoft.com/office/drawing/2014/main" id="{D19A1EC3-ED14-EC96-5D35-5EA96A9E29A7}"/>
              </a:ext>
            </a:extLst>
          </p:cNvPr>
          <p:cNvCxnSpPr>
            <a:cxnSpLocks/>
          </p:cNvCxnSpPr>
          <p:nvPr/>
        </p:nvCxnSpPr>
        <p:spPr>
          <a:xfrm flipH="1">
            <a:off x="7767807" y="2638426"/>
            <a:ext cx="865265" cy="295274"/>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A9C86EA-81A0-DEE4-50F9-CC02A180E28D}"/>
              </a:ext>
            </a:extLst>
          </p:cNvPr>
          <p:cNvCxnSpPr>
            <a:cxnSpLocks/>
            <a:stCxn id="27" idx="6"/>
          </p:cNvCxnSpPr>
          <p:nvPr/>
        </p:nvCxnSpPr>
        <p:spPr>
          <a:xfrm flipV="1">
            <a:off x="6865168" y="3109642"/>
            <a:ext cx="1090588" cy="193277"/>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7" name="Flowchart: Connector 26">
            <a:extLst>
              <a:ext uri="{FF2B5EF4-FFF2-40B4-BE49-F238E27FC236}">
                <a16:creationId xmlns:a16="http://schemas.microsoft.com/office/drawing/2014/main" id="{A29CB555-DA16-D145-8F0D-180BC3ECC176}"/>
              </a:ext>
            </a:extLst>
          </p:cNvPr>
          <p:cNvSpPr/>
          <p:nvPr/>
        </p:nvSpPr>
        <p:spPr>
          <a:xfrm>
            <a:off x="6461126" y="3208000"/>
            <a:ext cx="404042" cy="189837"/>
          </a:xfrm>
          <a:prstGeom prst="flowChartConnector">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latin typeface="Abadi" panose="020F0502020204030204" pitchFamily="34" charset="0"/>
              </a:rPr>
              <a:t>10</a:t>
            </a:r>
          </a:p>
        </p:txBody>
      </p:sp>
      <p:cxnSp>
        <p:nvCxnSpPr>
          <p:cNvPr id="41" name="Straight Arrow Connector 40">
            <a:extLst>
              <a:ext uri="{FF2B5EF4-FFF2-40B4-BE49-F238E27FC236}">
                <a16:creationId xmlns:a16="http://schemas.microsoft.com/office/drawing/2014/main" id="{FBCEE509-F03E-C4D0-A242-05CA55B422CB}"/>
              </a:ext>
            </a:extLst>
          </p:cNvPr>
          <p:cNvCxnSpPr>
            <a:cxnSpLocks/>
            <a:stCxn id="27" idx="6"/>
          </p:cNvCxnSpPr>
          <p:nvPr/>
        </p:nvCxnSpPr>
        <p:spPr>
          <a:xfrm flipV="1">
            <a:off x="6865168" y="3055843"/>
            <a:ext cx="759595" cy="247076"/>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7642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6B88C-AF68-F941-CCD9-2CF8A43246B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20482CA-9E57-DD4B-4ED4-C9A695A9FAB3}"/>
              </a:ext>
            </a:extLst>
          </p:cNvPr>
          <p:cNvSpPr>
            <a:spLocks noGrp="1"/>
          </p:cNvSpPr>
          <p:nvPr>
            <p:ph type="title"/>
          </p:nvPr>
        </p:nvSpPr>
        <p:spPr>
          <a:xfrm>
            <a:off x="775915" y="1002575"/>
            <a:ext cx="2188813" cy="332088"/>
          </a:xfrm>
        </p:spPr>
        <p:txBody>
          <a:bodyPr/>
          <a:lstStyle/>
          <a:p>
            <a:r>
              <a:rPr lang="en-US" dirty="0"/>
              <a:t>F0 Layout</a:t>
            </a:r>
            <a:endParaRPr lang="en-GB" dirty="0"/>
          </a:p>
        </p:txBody>
      </p:sp>
      <p:sp>
        <p:nvSpPr>
          <p:cNvPr id="3" name="Espace réservé de la date 2">
            <a:extLst>
              <a:ext uri="{FF2B5EF4-FFF2-40B4-BE49-F238E27FC236}">
                <a16:creationId xmlns:a16="http://schemas.microsoft.com/office/drawing/2014/main" id="{F9FCD59D-6C18-D4F8-E156-8E23C7DCF9AC}"/>
              </a:ext>
            </a:extLst>
          </p:cNvPr>
          <p:cNvSpPr>
            <a:spLocks noGrp="1"/>
          </p:cNvSpPr>
          <p:nvPr>
            <p:ph type="dt" sz="half" idx="14"/>
          </p:nvPr>
        </p:nvSpPr>
        <p:spPr bwMode="gray"/>
        <p:txBody>
          <a:bodyPr/>
          <a:lstStyle/>
          <a:p>
            <a:pPr algn="l"/>
            <a:r>
              <a:rPr lang="en-GB">
                <a:latin typeface="+mj-lt"/>
              </a:rPr>
              <a:t>Date</a:t>
            </a:r>
          </a:p>
        </p:txBody>
      </p:sp>
      <p:sp>
        <p:nvSpPr>
          <p:cNvPr id="4" name="Espace réservé du pied de page 3">
            <a:extLst>
              <a:ext uri="{FF2B5EF4-FFF2-40B4-BE49-F238E27FC236}">
                <a16:creationId xmlns:a16="http://schemas.microsoft.com/office/drawing/2014/main" id="{0628648E-9B66-CD28-9039-F936D6D82E53}"/>
              </a:ext>
            </a:extLst>
          </p:cNvPr>
          <p:cNvSpPr>
            <a:spLocks noGrp="1"/>
          </p:cNvSpPr>
          <p:nvPr>
            <p:ph type="ftr" sz="quarter" idx="15"/>
          </p:nvPr>
        </p:nvSpPr>
        <p:spPr bwMode="gray"/>
        <p:txBody>
          <a:bodyPr/>
          <a:lstStyle/>
          <a:p>
            <a:r>
              <a:rPr lang="en-GB">
                <a:latin typeface="+mj-lt"/>
              </a:rPr>
              <a:t>Title of the presentation on three lines - Lorem impsum dolor sit amet consectetuer adipiscing elit, sed diam nonummy</a:t>
            </a:r>
          </a:p>
        </p:txBody>
      </p:sp>
      <p:sp>
        <p:nvSpPr>
          <p:cNvPr id="5" name="Espace réservé du numéro de diapositive 4">
            <a:extLst>
              <a:ext uri="{FF2B5EF4-FFF2-40B4-BE49-F238E27FC236}">
                <a16:creationId xmlns:a16="http://schemas.microsoft.com/office/drawing/2014/main" id="{13E819FA-9A61-6A31-EA50-BFEB61684566}"/>
              </a:ext>
            </a:extLst>
          </p:cNvPr>
          <p:cNvSpPr>
            <a:spLocks noGrp="1"/>
          </p:cNvSpPr>
          <p:nvPr>
            <p:ph type="sldNum" sz="quarter" idx="16"/>
          </p:nvPr>
        </p:nvSpPr>
        <p:spPr bwMode="gray"/>
        <p:txBody>
          <a:bodyPr/>
          <a:lstStyle/>
          <a:p>
            <a:fld id="{733122C9-A0B9-462F-8757-0847AD287B63}" type="slidenum">
              <a:rPr lang="en-GB" smtClean="0">
                <a:latin typeface="+mj-lt"/>
              </a:rPr>
              <a:pPr/>
              <a:t>17</a:t>
            </a:fld>
            <a:endParaRPr lang="en-GB">
              <a:latin typeface="+mj-lt"/>
            </a:endParaRPr>
          </a:p>
        </p:txBody>
      </p:sp>
      <p:sp>
        <p:nvSpPr>
          <p:cNvPr id="37" name="TextBox 36">
            <a:extLst>
              <a:ext uri="{FF2B5EF4-FFF2-40B4-BE49-F238E27FC236}">
                <a16:creationId xmlns:a16="http://schemas.microsoft.com/office/drawing/2014/main" id="{B3B42CAF-6A18-5793-7CDB-065A2B5D370D}"/>
              </a:ext>
            </a:extLst>
          </p:cNvPr>
          <p:cNvSpPr txBox="1"/>
          <p:nvPr/>
        </p:nvSpPr>
        <p:spPr>
          <a:xfrm>
            <a:off x="8303270" y="2153291"/>
            <a:ext cx="2514600" cy="1508105"/>
          </a:xfrm>
          <a:prstGeom prst="rect">
            <a:avLst/>
          </a:prstGeom>
          <a:noFill/>
        </p:spPr>
        <p:txBody>
          <a:bodyPr wrap="square" rtlCol="0">
            <a:spAutoFit/>
          </a:bodyPr>
          <a:lstStyle/>
          <a:p>
            <a:r>
              <a:rPr lang="en-US" sz="2000" b="1" dirty="0">
                <a:ln/>
                <a:solidFill>
                  <a:schemeClr val="accent3"/>
                </a:solidFill>
              </a:rPr>
              <a:t>+F0:</a:t>
            </a:r>
          </a:p>
          <a:p>
            <a:r>
              <a:rPr lang="en-US" dirty="0">
                <a:solidFill>
                  <a:schemeClr val="accent2"/>
                </a:solidFill>
              </a:rPr>
              <a:t>1-</a:t>
            </a:r>
            <a:r>
              <a:rPr lang="en-US" dirty="0">
                <a:solidFill>
                  <a:schemeClr val="accent3"/>
                </a:solidFill>
              </a:rPr>
              <a:t> Protection Unit.</a:t>
            </a:r>
          </a:p>
          <a:p>
            <a:r>
              <a:rPr lang="en-US" dirty="0">
                <a:solidFill>
                  <a:schemeClr val="accent2"/>
                </a:solidFill>
              </a:rPr>
              <a:t>2-</a:t>
            </a:r>
            <a:r>
              <a:rPr lang="en-US" dirty="0">
                <a:solidFill>
                  <a:schemeClr val="accent3"/>
                </a:solidFill>
              </a:rPr>
              <a:t> Rectifier Unit.</a:t>
            </a:r>
          </a:p>
          <a:p>
            <a:r>
              <a:rPr lang="en-US" dirty="0">
                <a:solidFill>
                  <a:schemeClr val="accent2"/>
                </a:solidFill>
              </a:rPr>
              <a:t>3-</a:t>
            </a:r>
            <a:r>
              <a:rPr lang="en-US" dirty="0">
                <a:solidFill>
                  <a:schemeClr val="accent3"/>
                </a:solidFill>
              </a:rPr>
              <a:t> Redundancy Unit.</a:t>
            </a:r>
          </a:p>
          <a:p>
            <a:r>
              <a:rPr lang="en-US" dirty="0">
                <a:solidFill>
                  <a:schemeClr val="accent2"/>
                </a:solidFill>
              </a:rPr>
              <a:t>4-</a:t>
            </a:r>
            <a:r>
              <a:rPr lang="en-US" dirty="0">
                <a:solidFill>
                  <a:schemeClr val="accent3"/>
                </a:solidFill>
              </a:rPr>
              <a:t> Fuses Block</a:t>
            </a:r>
          </a:p>
        </p:txBody>
      </p:sp>
      <p:pic>
        <p:nvPicPr>
          <p:cNvPr id="56" name="Picture 55">
            <a:extLst>
              <a:ext uri="{FF2B5EF4-FFF2-40B4-BE49-F238E27FC236}">
                <a16:creationId xmlns:a16="http://schemas.microsoft.com/office/drawing/2014/main" id="{272EBCFA-8DE1-AC95-2842-EE216BE6606D}"/>
              </a:ext>
            </a:extLst>
          </p:cNvPr>
          <p:cNvPicPr>
            <a:picLocks noChangeAspect="1"/>
          </p:cNvPicPr>
          <p:nvPr/>
        </p:nvPicPr>
        <p:blipFill>
          <a:blip r:embed="rId3"/>
          <a:stretch>
            <a:fillRect/>
          </a:stretch>
        </p:blipFill>
        <p:spPr>
          <a:xfrm>
            <a:off x="1374130" y="1715644"/>
            <a:ext cx="6628186" cy="4015551"/>
          </a:xfrm>
          <a:prstGeom prst="rect">
            <a:avLst/>
          </a:prstGeom>
        </p:spPr>
      </p:pic>
      <p:sp>
        <p:nvSpPr>
          <p:cNvPr id="60" name="Flowchart: Connector 59">
            <a:extLst>
              <a:ext uri="{FF2B5EF4-FFF2-40B4-BE49-F238E27FC236}">
                <a16:creationId xmlns:a16="http://schemas.microsoft.com/office/drawing/2014/main" id="{669D91D7-BE48-237B-D7B5-DD6C0F02BB0D}"/>
              </a:ext>
            </a:extLst>
          </p:cNvPr>
          <p:cNvSpPr/>
          <p:nvPr/>
        </p:nvSpPr>
        <p:spPr>
          <a:xfrm>
            <a:off x="273279" y="1717251"/>
            <a:ext cx="209550" cy="228600"/>
          </a:xfrm>
          <a:prstGeom prst="flowChartConnector">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cxnSp>
        <p:nvCxnSpPr>
          <p:cNvPr id="65" name="Straight Arrow Connector 64">
            <a:extLst>
              <a:ext uri="{FF2B5EF4-FFF2-40B4-BE49-F238E27FC236}">
                <a16:creationId xmlns:a16="http://schemas.microsoft.com/office/drawing/2014/main" id="{D7997302-E436-A38B-E8CD-88D2DB604F94}"/>
              </a:ext>
            </a:extLst>
          </p:cNvPr>
          <p:cNvCxnSpPr>
            <a:cxnSpLocks/>
          </p:cNvCxnSpPr>
          <p:nvPr/>
        </p:nvCxnSpPr>
        <p:spPr>
          <a:xfrm>
            <a:off x="468797" y="1831551"/>
            <a:ext cx="852003"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6" name="Flowchart: Connector 65">
            <a:extLst>
              <a:ext uri="{FF2B5EF4-FFF2-40B4-BE49-F238E27FC236}">
                <a16:creationId xmlns:a16="http://schemas.microsoft.com/office/drawing/2014/main" id="{C1844DAE-C97C-2AE4-26A3-ED74ED9A987C}"/>
              </a:ext>
            </a:extLst>
          </p:cNvPr>
          <p:cNvSpPr/>
          <p:nvPr/>
        </p:nvSpPr>
        <p:spPr>
          <a:xfrm>
            <a:off x="3985232" y="940019"/>
            <a:ext cx="209550" cy="228600"/>
          </a:xfrm>
          <a:prstGeom prst="flowChartConnector">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67" name="Straight Arrow Connector 66">
            <a:extLst>
              <a:ext uri="{FF2B5EF4-FFF2-40B4-BE49-F238E27FC236}">
                <a16:creationId xmlns:a16="http://schemas.microsoft.com/office/drawing/2014/main" id="{6D3AFCEE-8EEA-5141-2E1B-B38483846CE4}"/>
              </a:ext>
            </a:extLst>
          </p:cNvPr>
          <p:cNvCxnSpPr>
            <a:cxnSpLocks/>
          </p:cNvCxnSpPr>
          <p:nvPr/>
        </p:nvCxnSpPr>
        <p:spPr>
          <a:xfrm flipH="1">
            <a:off x="2906205" y="1184571"/>
            <a:ext cx="1175395" cy="1205371"/>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8D0523B6-FBC7-ED37-C380-B52148C1E743}"/>
              </a:ext>
            </a:extLst>
          </p:cNvPr>
          <p:cNvCxnSpPr>
            <a:cxnSpLocks/>
          </p:cNvCxnSpPr>
          <p:nvPr/>
        </p:nvCxnSpPr>
        <p:spPr>
          <a:xfrm>
            <a:off x="4081600" y="1184571"/>
            <a:ext cx="776105" cy="1205371"/>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2" name="Flowchart: Connector 71">
            <a:extLst>
              <a:ext uri="{FF2B5EF4-FFF2-40B4-BE49-F238E27FC236}">
                <a16:creationId xmlns:a16="http://schemas.microsoft.com/office/drawing/2014/main" id="{44C10155-FF07-77E1-CCC1-235810BC8FB2}"/>
              </a:ext>
            </a:extLst>
          </p:cNvPr>
          <p:cNvSpPr/>
          <p:nvPr/>
        </p:nvSpPr>
        <p:spPr>
          <a:xfrm>
            <a:off x="3114675" y="5896314"/>
            <a:ext cx="209550" cy="228600"/>
          </a:xfrm>
          <a:prstGeom prst="flowChartConnector">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73" name="Straight Arrow Connector 72">
            <a:extLst>
              <a:ext uri="{FF2B5EF4-FFF2-40B4-BE49-F238E27FC236}">
                <a16:creationId xmlns:a16="http://schemas.microsoft.com/office/drawing/2014/main" id="{4ED5FC25-FCFF-2B60-FE69-76158D902955}"/>
              </a:ext>
            </a:extLst>
          </p:cNvPr>
          <p:cNvCxnSpPr>
            <a:cxnSpLocks/>
          </p:cNvCxnSpPr>
          <p:nvPr/>
        </p:nvCxnSpPr>
        <p:spPr>
          <a:xfrm flipV="1">
            <a:off x="3324225" y="4562836"/>
            <a:ext cx="661007" cy="1355145"/>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CE3105BC-595E-56B8-36DE-553986C8F063}"/>
              </a:ext>
            </a:extLst>
          </p:cNvPr>
          <p:cNvCxnSpPr>
            <a:cxnSpLocks/>
            <a:stCxn id="77" idx="2"/>
          </p:cNvCxnSpPr>
          <p:nvPr/>
        </p:nvCxnSpPr>
        <p:spPr>
          <a:xfrm flipH="1">
            <a:off x="7552571" y="2075602"/>
            <a:ext cx="1254628" cy="2293"/>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7" name="Flowchart: Connector 76">
            <a:extLst>
              <a:ext uri="{FF2B5EF4-FFF2-40B4-BE49-F238E27FC236}">
                <a16:creationId xmlns:a16="http://schemas.microsoft.com/office/drawing/2014/main" id="{9CCF6F93-4A0C-3B5A-86E3-CC17B7739B89}"/>
              </a:ext>
            </a:extLst>
          </p:cNvPr>
          <p:cNvSpPr/>
          <p:nvPr/>
        </p:nvSpPr>
        <p:spPr>
          <a:xfrm>
            <a:off x="8807199" y="1961302"/>
            <a:ext cx="209550" cy="228600"/>
          </a:xfrm>
          <a:prstGeom prst="flowChartConnector">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pic>
        <p:nvPicPr>
          <p:cNvPr id="7" name="Picture 6">
            <a:extLst>
              <a:ext uri="{FF2B5EF4-FFF2-40B4-BE49-F238E27FC236}">
                <a16:creationId xmlns:a16="http://schemas.microsoft.com/office/drawing/2014/main" id="{84317D18-C40A-A4D8-E12D-3879D29C87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74577" y="616010"/>
            <a:ext cx="2803544" cy="1869029"/>
          </a:xfrm>
          <a:prstGeom prst="rect">
            <a:avLst/>
          </a:prstGeom>
        </p:spPr>
      </p:pic>
      <p:sp>
        <p:nvSpPr>
          <p:cNvPr id="12" name="TextBox 11">
            <a:extLst>
              <a:ext uri="{FF2B5EF4-FFF2-40B4-BE49-F238E27FC236}">
                <a16:creationId xmlns:a16="http://schemas.microsoft.com/office/drawing/2014/main" id="{0624B41D-B6E4-037B-CCDD-264650E3BDD1}"/>
              </a:ext>
            </a:extLst>
          </p:cNvPr>
          <p:cNvSpPr txBox="1"/>
          <p:nvPr/>
        </p:nvSpPr>
        <p:spPr>
          <a:xfrm>
            <a:off x="739773" y="6070141"/>
            <a:ext cx="2914955" cy="323165"/>
          </a:xfrm>
          <a:prstGeom prst="rect">
            <a:avLst/>
          </a:prstGeom>
          <a:noFill/>
        </p:spPr>
        <p:txBody>
          <a:bodyPr wrap="square" rtlCol="0">
            <a:spAutoFit/>
          </a:bodyPr>
          <a:lstStyle/>
          <a:p>
            <a:r>
              <a:rPr lang="en-US" sz="1500" dirty="0">
                <a:solidFill>
                  <a:schemeClr val="accent3"/>
                </a:solidFill>
              </a:rPr>
              <a:t>:MAN0125700 Cable</a:t>
            </a:r>
          </a:p>
        </p:txBody>
      </p:sp>
      <p:sp>
        <p:nvSpPr>
          <p:cNvPr id="13" name="Rectangle 12">
            <a:extLst>
              <a:ext uri="{FF2B5EF4-FFF2-40B4-BE49-F238E27FC236}">
                <a16:creationId xmlns:a16="http://schemas.microsoft.com/office/drawing/2014/main" id="{2334C8E8-3C57-2324-4BC9-AB2477A70517}"/>
              </a:ext>
            </a:extLst>
          </p:cNvPr>
          <p:cNvSpPr/>
          <p:nvPr/>
        </p:nvSpPr>
        <p:spPr>
          <a:xfrm>
            <a:off x="604465" y="6157735"/>
            <a:ext cx="171450" cy="147976"/>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2112824-4CEC-2C2E-458F-4197A3B3A8E7}"/>
              </a:ext>
            </a:extLst>
          </p:cNvPr>
          <p:cNvSpPr txBox="1"/>
          <p:nvPr/>
        </p:nvSpPr>
        <p:spPr>
          <a:xfrm>
            <a:off x="8451750" y="1242766"/>
            <a:ext cx="2651773" cy="338554"/>
          </a:xfrm>
          <a:prstGeom prst="rect">
            <a:avLst/>
          </a:prstGeom>
          <a:noFill/>
        </p:spPr>
        <p:txBody>
          <a:bodyPr wrap="square" rtlCol="0">
            <a:spAutoFit/>
          </a:bodyPr>
          <a:lstStyle/>
          <a:p>
            <a:pPr fontAlgn="t"/>
            <a:r>
              <a:rPr lang="en-US" sz="1600" dirty="0"/>
              <a:t>Connector 2P  ↔ SIC999</a:t>
            </a:r>
          </a:p>
        </p:txBody>
      </p:sp>
      <p:cxnSp>
        <p:nvCxnSpPr>
          <p:cNvPr id="9" name="Straight Arrow Connector 8">
            <a:extLst>
              <a:ext uri="{FF2B5EF4-FFF2-40B4-BE49-F238E27FC236}">
                <a16:creationId xmlns:a16="http://schemas.microsoft.com/office/drawing/2014/main" id="{3CCC782B-B8C8-23F6-F81B-7DC343F9AA34}"/>
              </a:ext>
            </a:extLst>
          </p:cNvPr>
          <p:cNvCxnSpPr>
            <a:cxnSpLocks/>
          </p:cNvCxnSpPr>
          <p:nvPr/>
        </p:nvCxnSpPr>
        <p:spPr>
          <a:xfrm flipH="1">
            <a:off x="7207974" y="1396737"/>
            <a:ext cx="1151992"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0162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4CB0B-973B-A37A-08B1-29FA9879DCE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A8A55DD-E8F5-4EF9-F12E-7ABDEA37D863}"/>
              </a:ext>
            </a:extLst>
          </p:cNvPr>
          <p:cNvSpPr>
            <a:spLocks noGrp="1"/>
          </p:cNvSpPr>
          <p:nvPr>
            <p:ph type="title"/>
          </p:nvPr>
        </p:nvSpPr>
        <p:spPr>
          <a:xfrm>
            <a:off x="775915" y="1002575"/>
            <a:ext cx="2188813" cy="332088"/>
          </a:xfrm>
        </p:spPr>
        <p:txBody>
          <a:bodyPr/>
          <a:lstStyle/>
          <a:p>
            <a:r>
              <a:rPr lang="en-US" dirty="0"/>
              <a:t>F2 Layout</a:t>
            </a:r>
            <a:endParaRPr lang="en-GB" dirty="0"/>
          </a:p>
        </p:txBody>
      </p:sp>
      <p:sp>
        <p:nvSpPr>
          <p:cNvPr id="3" name="Espace réservé de la date 2">
            <a:extLst>
              <a:ext uri="{FF2B5EF4-FFF2-40B4-BE49-F238E27FC236}">
                <a16:creationId xmlns:a16="http://schemas.microsoft.com/office/drawing/2014/main" id="{A57F0093-05BE-2D13-491C-E3D30E70B48A}"/>
              </a:ext>
            </a:extLst>
          </p:cNvPr>
          <p:cNvSpPr>
            <a:spLocks noGrp="1"/>
          </p:cNvSpPr>
          <p:nvPr>
            <p:ph type="dt" sz="half" idx="14"/>
          </p:nvPr>
        </p:nvSpPr>
        <p:spPr bwMode="gray"/>
        <p:txBody>
          <a:bodyPr/>
          <a:lstStyle/>
          <a:p>
            <a:pPr algn="l"/>
            <a:r>
              <a:rPr lang="en-GB">
                <a:latin typeface="+mj-lt"/>
              </a:rPr>
              <a:t>Date</a:t>
            </a:r>
          </a:p>
        </p:txBody>
      </p:sp>
      <p:sp>
        <p:nvSpPr>
          <p:cNvPr id="4" name="Espace réservé du pied de page 3">
            <a:extLst>
              <a:ext uri="{FF2B5EF4-FFF2-40B4-BE49-F238E27FC236}">
                <a16:creationId xmlns:a16="http://schemas.microsoft.com/office/drawing/2014/main" id="{34E5E411-B18A-5039-E2B4-1D8EBFB9E0BF}"/>
              </a:ext>
            </a:extLst>
          </p:cNvPr>
          <p:cNvSpPr>
            <a:spLocks noGrp="1"/>
          </p:cNvSpPr>
          <p:nvPr>
            <p:ph type="ftr" sz="quarter" idx="15"/>
          </p:nvPr>
        </p:nvSpPr>
        <p:spPr bwMode="gray"/>
        <p:txBody>
          <a:bodyPr/>
          <a:lstStyle/>
          <a:p>
            <a:r>
              <a:rPr lang="en-GB">
                <a:latin typeface="+mj-lt"/>
              </a:rPr>
              <a:t>Title of the presentation on three lines - Lorem impsum dolor sit amet consectetuer adipiscing elit, sed diam nonummy</a:t>
            </a:r>
          </a:p>
        </p:txBody>
      </p:sp>
      <p:sp>
        <p:nvSpPr>
          <p:cNvPr id="5" name="Espace réservé du numéro de diapositive 4">
            <a:extLst>
              <a:ext uri="{FF2B5EF4-FFF2-40B4-BE49-F238E27FC236}">
                <a16:creationId xmlns:a16="http://schemas.microsoft.com/office/drawing/2014/main" id="{ECC0779D-8495-405D-0ABD-F3C7E40E02C6}"/>
              </a:ext>
            </a:extLst>
          </p:cNvPr>
          <p:cNvSpPr>
            <a:spLocks noGrp="1"/>
          </p:cNvSpPr>
          <p:nvPr>
            <p:ph type="sldNum" sz="quarter" idx="16"/>
          </p:nvPr>
        </p:nvSpPr>
        <p:spPr bwMode="gray"/>
        <p:txBody>
          <a:bodyPr/>
          <a:lstStyle/>
          <a:p>
            <a:fld id="{733122C9-A0B9-462F-8757-0847AD287B63}" type="slidenum">
              <a:rPr lang="en-GB" smtClean="0">
                <a:latin typeface="+mj-lt"/>
              </a:rPr>
              <a:pPr/>
              <a:t>18</a:t>
            </a:fld>
            <a:endParaRPr lang="en-GB">
              <a:latin typeface="+mj-lt"/>
            </a:endParaRPr>
          </a:p>
        </p:txBody>
      </p:sp>
      <p:sp>
        <p:nvSpPr>
          <p:cNvPr id="60" name="Flowchart: Connector 59">
            <a:extLst>
              <a:ext uri="{FF2B5EF4-FFF2-40B4-BE49-F238E27FC236}">
                <a16:creationId xmlns:a16="http://schemas.microsoft.com/office/drawing/2014/main" id="{3DD861E0-486A-E0DD-52B0-2636809BC057}"/>
              </a:ext>
            </a:extLst>
          </p:cNvPr>
          <p:cNvSpPr/>
          <p:nvPr/>
        </p:nvSpPr>
        <p:spPr>
          <a:xfrm>
            <a:off x="1128845" y="5569678"/>
            <a:ext cx="209550" cy="228600"/>
          </a:xfrm>
          <a:prstGeom prst="flowChartConnector">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66" name="Flowchart: Connector 65">
            <a:extLst>
              <a:ext uri="{FF2B5EF4-FFF2-40B4-BE49-F238E27FC236}">
                <a16:creationId xmlns:a16="http://schemas.microsoft.com/office/drawing/2014/main" id="{C6545C01-D5DA-058D-5102-B914FC85B1FB}"/>
              </a:ext>
            </a:extLst>
          </p:cNvPr>
          <p:cNvSpPr/>
          <p:nvPr/>
        </p:nvSpPr>
        <p:spPr>
          <a:xfrm>
            <a:off x="3182430" y="1059722"/>
            <a:ext cx="209550" cy="228600"/>
          </a:xfrm>
          <a:prstGeom prst="flowChartConnector">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a:t>
            </a:r>
          </a:p>
        </p:txBody>
      </p:sp>
      <p:cxnSp>
        <p:nvCxnSpPr>
          <p:cNvPr id="76" name="Straight Arrow Connector 75">
            <a:extLst>
              <a:ext uri="{FF2B5EF4-FFF2-40B4-BE49-F238E27FC236}">
                <a16:creationId xmlns:a16="http://schemas.microsoft.com/office/drawing/2014/main" id="{0800FCE6-5A8A-B053-C1D5-A5898A9FC653}"/>
              </a:ext>
            </a:extLst>
          </p:cNvPr>
          <p:cNvCxnSpPr>
            <a:cxnSpLocks/>
            <a:stCxn id="66" idx="4"/>
            <a:endCxn id="30" idx="1"/>
          </p:cNvCxnSpPr>
          <p:nvPr/>
        </p:nvCxnSpPr>
        <p:spPr>
          <a:xfrm>
            <a:off x="3287205" y="1288322"/>
            <a:ext cx="1256271" cy="616664"/>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E298422-10F8-CEEE-A3E3-AC101312BACD}"/>
              </a:ext>
            </a:extLst>
          </p:cNvPr>
          <p:cNvSpPr txBox="1"/>
          <p:nvPr/>
        </p:nvSpPr>
        <p:spPr>
          <a:xfrm>
            <a:off x="9283699" y="2811443"/>
            <a:ext cx="2914955" cy="954107"/>
          </a:xfrm>
          <a:prstGeom prst="rect">
            <a:avLst/>
          </a:prstGeom>
          <a:noFill/>
        </p:spPr>
        <p:txBody>
          <a:bodyPr wrap="square" rtlCol="0">
            <a:spAutoFit/>
          </a:bodyPr>
          <a:lstStyle/>
          <a:p>
            <a:r>
              <a:rPr lang="en-US" sz="2000" b="1" dirty="0">
                <a:ln/>
                <a:solidFill>
                  <a:schemeClr val="accent3"/>
                </a:solidFill>
              </a:rPr>
              <a:t>+F2:</a:t>
            </a:r>
          </a:p>
          <a:p>
            <a:r>
              <a:rPr lang="en-US" dirty="0">
                <a:solidFill>
                  <a:schemeClr val="accent2"/>
                </a:solidFill>
              </a:rPr>
              <a:t>5-</a:t>
            </a:r>
            <a:r>
              <a:rPr lang="en-US" dirty="0">
                <a:solidFill>
                  <a:schemeClr val="accent3"/>
                </a:solidFill>
              </a:rPr>
              <a:t> Power Supply Board</a:t>
            </a:r>
          </a:p>
          <a:p>
            <a:r>
              <a:rPr lang="en-US" dirty="0">
                <a:solidFill>
                  <a:schemeClr val="accent2"/>
                </a:solidFill>
              </a:rPr>
              <a:t>6-</a:t>
            </a:r>
            <a:r>
              <a:rPr lang="en-US" dirty="0">
                <a:solidFill>
                  <a:schemeClr val="accent3"/>
                </a:solidFill>
              </a:rPr>
              <a:t> Evaluation Board AEB.</a:t>
            </a:r>
          </a:p>
        </p:txBody>
      </p:sp>
      <p:pic>
        <p:nvPicPr>
          <p:cNvPr id="8" name="Picture 7">
            <a:extLst>
              <a:ext uri="{FF2B5EF4-FFF2-40B4-BE49-F238E27FC236}">
                <a16:creationId xmlns:a16="http://schemas.microsoft.com/office/drawing/2014/main" id="{43461036-4C41-ED5B-2C38-A933FB0EA3A6}"/>
              </a:ext>
            </a:extLst>
          </p:cNvPr>
          <p:cNvPicPr>
            <a:picLocks noChangeAspect="1"/>
          </p:cNvPicPr>
          <p:nvPr/>
        </p:nvPicPr>
        <p:blipFill>
          <a:blip r:embed="rId3"/>
          <a:stretch>
            <a:fillRect/>
          </a:stretch>
        </p:blipFill>
        <p:spPr>
          <a:xfrm>
            <a:off x="344774" y="2135881"/>
            <a:ext cx="8938925" cy="2801282"/>
          </a:xfrm>
          <a:prstGeom prst="rect">
            <a:avLst/>
          </a:prstGeom>
        </p:spPr>
      </p:pic>
      <p:cxnSp>
        <p:nvCxnSpPr>
          <p:cNvPr id="65" name="Straight Arrow Connector 64">
            <a:extLst>
              <a:ext uri="{FF2B5EF4-FFF2-40B4-BE49-F238E27FC236}">
                <a16:creationId xmlns:a16="http://schemas.microsoft.com/office/drawing/2014/main" id="{50C5CBD4-A890-3069-F953-62028EC0122D}"/>
              </a:ext>
            </a:extLst>
          </p:cNvPr>
          <p:cNvCxnSpPr>
            <a:cxnSpLocks/>
            <a:stCxn id="60" idx="0"/>
          </p:cNvCxnSpPr>
          <p:nvPr/>
        </p:nvCxnSpPr>
        <p:spPr>
          <a:xfrm flipH="1" flipV="1">
            <a:off x="628650" y="4562475"/>
            <a:ext cx="604970" cy="1007203"/>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82F386ED-152D-9940-6243-854A91A9EFE5}"/>
              </a:ext>
            </a:extLst>
          </p:cNvPr>
          <p:cNvCxnSpPr>
            <a:cxnSpLocks/>
            <a:stCxn id="60" idx="0"/>
          </p:cNvCxnSpPr>
          <p:nvPr/>
        </p:nvCxnSpPr>
        <p:spPr>
          <a:xfrm flipV="1">
            <a:off x="1233620" y="4638675"/>
            <a:ext cx="2110735" cy="931003"/>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554CFB4D-9303-263C-7E10-0015906831D7}"/>
              </a:ext>
            </a:extLst>
          </p:cNvPr>
          <p:cNvCxnSpPr>
            <a:cxnSpLocks/>
            <a:stCxn id="66" idx="4"/>
            <a:endCxn id="14" idx="1"/>
          </p:cNvCxnSpPr>
          <p:nvPr/>
        </p:nvCxnSpPr>
        <p:spPr>
          <a:xfrm flipH="1">
            <a:off x="1807469" y="1288322"/>
            <a:ext cx="1479736" cy="594805"/>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 name="Left Brace 13">
            <a:extLst>
              <a:ext uri="{FF2B5EF4-FFF2-40B4-BE49-F238E27FC236}">
                <a16:creationId xmlns:a16="http://schemas.microsoft.com/office/drawing/2014/main" id="{EBAD5882-A844-7751-DD50-3E163F3C384B}"/>
              </a:ext>
            </a:extLst>
          </p:cNvPr>
          <p:cNvSpPr/>
          <p:nvPr/>
        </p:nvSpPr>
        <p:spPr>
          <a:xfrm rot="5400000">
            <a:off x="1702951" y="1013241"/>
            <a:ext cx="209036" cy="194880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Left Brace 29">
            <a:extLst>
              <a:ext uri="{FF2B5EF4-FFF2-40B4-BE49-F238E27FC236}">
                <a16:creationId xmlns:a16="http://schemas.microsoft.com/office/drawing/2014/main" id="{EB988415-53FD-7A41-3003-FC6B1C26221F}"/>
              </a:ext>
            </a:extLst>
          </p:cNvPr>
          <p:cNvSpPr/>
          <p:nvPr/>
        </p:nvSpPr>
        <p:spPr>
          <a:xfrm rot="5400000">
            <a:off x="4438958" y="1035100"/>
            <a:ext cx="209036" cy="194880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TextBox 35">
            <a:extLst>
              <a:ext uri="{FF2B5EF4-FFF2-40B4-BE49-F238E27FC236}">
                <a16:creationId xmlns:a16="http://schemas.microsoft.com/office/drawing/2014/main" id="{431A130F-2F6F-1A69-D20A-B3541787668E}"/>
              </a:ext>
            </a:extLst>
          </p:cNvPr>
          <p:cNvSpPr txBox="1"/>
          <p:nvPr/>
        </p:nvSpPr>
        <p:spPr>
          <a:xfrm>
            <a:off x="344774" y="6048304"/>
            <a:ext cx="2914955" cy="307777"/>
          </a:xfrm>
          <a:prstGeom prst="rect">
            <a:avLst/>
          </a:prstGeom>
          <a:noFill/>
        </p:spPr>
        <p:txBody>
          <a:bodyPr wrap="square" rtlCol="0">
            <a:spAutoFit/>
          </a:bodyPr>
          <a:lstStyle/>
          <a:p>
            <a:r>
              <a:rPr lang="en-US" sz="1400" dirty="0"/>
              <a:t>AEB: Advanced Evaluation Board</a:t>
            </a:r>
          </a:p>
        </p:txBody>
      </p:sp>
    </p:spTree>
    <p:extLst>
      <p:ext uri="{BB962C8B-B14F-4D97-AF65-F5344CB8AC3E}">
        <p14:creationId xmlns:p14="http://schemas.microsoft.com/office/powerpoint/2010/main" val="26636832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FC0D7-1718-A435-4709-6CA89D0E983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5869830-2611-5CEF-7FFB-B953E500150F}"/>
              </a:ext>
            </a:extLst>
          </p:cNvPr>
          <p:cNvSpPr>
            <a:spLocks noGrp="1"/>
          </p:cNvSpPr>
          <p:nvPr>
            <p:ph type="title"/>
          </p:nvPr>
        </p:nvSpPr>
        <p:spPr>
          <a:xfrm>
            <a:off x="775915" y="903636"/>
            <a:ext cx="2188813" cy="332088"/>
          </a:xfrm>
        </p:spPr>
        <p:txBody>
          <a:bodyPr/>
          <a:lstStyle/>
          <a:p>
            <a:r>
              <a:rPr lang="en-US" dirty="0"/>
              <a:t>F7 Layout</a:t>
            </a:r>
            <a:endParaRPr lang="en-GB" dirty="0"/>
          </a:p>
        </p:txBody>
      </p:sp>
      <p:sp>
        <p:nvSpPr>
          <p:cNvPr id="3" name="Espace réservé de la date 2">
            <a:extLst>
              <a:ext uri="{FF2B5EF4-FFF2-40B4-BE49-F238E27FC236}">
                <a16:creationId xmlns:a16="http://schemas.microsoft.com/office/drawing/2014/main" id="{BA6ECE1E-9F4C-0763-1321-0BB53146E828}"/>
              </a:ext>
            </a:extLst>
          </p:cNvPr>
          <p:cNvSpPr>
            <a:spLocks noGrp="1"/>
          </p:cNvSpPr>
          <p:nvPr>
            <p:ph type="dt" sz="half" idx="14"/>
          </p:nvPr>
        </p:nvSpPr>
        <p:spPr bwMode="gray"/>
        <p:txBody>
          <a:bodyPr/>
          <a:lstStyle/>
          <a:p>
            <a:pPr algn="l"/>
            <a:r>
              <a:rPr lang="en-GB">
                <a:latin typeface="+mj-lt"/>
              </a:rPr>
              <a:t>Date</a:t>
            </a:r>
          </a:p>
        </p:txBody>
      </p:sp>
      <p:sp>
        <p:nvSpPr>
          <p:cNvPr id="4" name="Espace réservé du pied de page 3">
            <a:extLst>
              <a:ext uri="{FF2B5EF4-FFF2-40B4-BE49-F238E27FC236}">
                <a16:creationId xmlns:a16="http://schemas.microsoft.com/office/drawing/2014/main" id="{C2E15127-E6B2-439E-0FF2-1D10101813E0}"/>
              </a:ext>
            </a:extLst>
          </p:cNvPr>
          <p:cNvSpPr>
            <a:spLocks noGrp="1"/>
          </p:cNvSpPr>
          <p:nvPr>
            <p:ph type="ftr" sz="quarter" idx="15"/>
          </p:nvPr>
        </p:nvSpPr>
        <p:spPr bwMode="gray"/>
        <p:txBody>
          <a:bodyPr/>
          <a:lstStyle/>
          <a:p>
            <a:r>
              <a:rPr lang="en-GB">
                <a:latin typeface="+mj-lt"/>
              </a:rPr>
              <a:t>Title of the presentation on three lines - Lorem impsum dolor sit amet consectetuer adipiscing elit, sed diam nonummy</a:t>
            </a:r>
          </a:p>
        </p:txBody>
      </p:sp>
      <p:sp>
        <p:nvSpPr>
          <p:cNvPr id="5" name="Espace réservé du numéro de diapositive 4">
            <a:extLst>
              <a:ext uri="{FF2B5EF4-FFF2-40B4-BE49-F238E27FC236}">
                <a16:creationId xmlns:a16="http://schemas.microsoft.com/office/drawing/2014/main" id="{F128E250-C811-1EF1-4700-011D873E9E72}"/>
              </a:ext>
            </a:extLst>
          </p:cNvPr>
          <p:cNvSpPr>
            <a:spLocks noGrp="1"/>
          </p:cNvSpPr>
          <p:nvPr>
            <p:ph type="sldNum" sz="quarter" idx="16"/>
          </p:nvPr>
        </p:nvSpPr>
        <p:spPr bwMode="gray"/>
        <p:txBody>
          <a:bodyPr/>
          <a:lstStyle/>
          <a:p>
            <a:fld id="{733122C9-A0B9-462F-8757-0847AD287B63}" type="slidenum">
              <a:rPr lang="en-GB" smtClean="0">
                <a:latin typeface="+mj-lt"/>
              </a:rPr>
              <a:pPr/>
              <a:t>19</a:t>
            </a:fld>
            <a:endParaRPr lang="en-GB">
              <a:latin typeface="+mj-lt"/>
            </a:endParaRPr>
          </a:p>
        </p:txBody>
      </p:sp>
      <p:sp>
        <p:nvSpPr>
          <p:cNvPr id="66" name="Flowchart: Connector 65">
            <a:extLst>
              <a:ext uri="{FF2B5EF4-FFF2-40B4-BE49-F238E27FC236}">
                <a16:creationId xmlns:a16="http://schemas.microsoft.com/office/drawing/2014/main" id="{238D084F-B648-E6A8-FB95-3386ACFAECE7}"/>
              </a:ext>
            </a:extLst>
          </p:cNvPr>
          <p:cNvSpPr/>
          <p:nvPr/>
        </p:nvSpPr>
        <p:spPr>
          <a:xfrm>
            <a:off x="3190830" y="791888"/>
            <a:ext cx="209550" cy="228600"/>
          </a:xfrm>
          <a:prstGeom prst="flowChartConnector">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7</a:t>
            </a:r>
          </a:p>
        </p:txBody>
      </p:sp>
      <p:cxnSp>
        <p:nvCxnSpPr>
          <p:cNvPr id="76" name="Straight Arrow Connector 75">
            <a:extLst>
              <a:ext uri="{FF2B5EF4-FFF2-40B4-BE49-F238E27FC236}">
                <a16:creationId xmlns:a16="http://schemas.microsoft.com/office/drawing/2014/main" id="{87FA0486-1CB4-71E5-BE83-93A6A9DBF159}"/>
              </a:ext>
            </a:extLst>
          </p:cNvPr>
          <p:cNvCxnSpPr>
            <a:cxnSpLocks/>
            <a:stCxn id="66" idx="3"/>
            <a:endCxn id="14" idx="1"/>
          </p:cNvCxnSpPr>
          <p:nvPr/>
        </p:nvCxnSpPr>
        <p:spPr>
          <a:xfrm flipH="1">
            <a:off x="1881895" y="987010"/>
            <a:ext cx="1339623" cy="308194"/>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 name="Left Brace 13">
            <a:extLst>
              <a:ext uri="{FF2B5EF4-FFF2-40B4-BE49-F238E27FC236}">
                <a16:creationId xmlns:a16="http://schemas.microsoft.com/office/drawing/2014/main" id="{121C82B2-E6FF-6253-5F58-39813A489C9C}"/>
              </a:ext>
            </a:extLst>
          </p:cNvPr>
          <p:cNvSpPr/>
          <p:nvPr/>
        </p:nvSpPr>
        <p:spPr>
          <a:xfrm rot="5400000">
            <a:off x="1799650" y="467085"/>
            <a:ext cx="164490" cy="182072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Left Brace 16">
            <a:extLst>
              <a:ext uri="{FF2B5EF4-FFF2-40B4-BE49-F238E27FC236}">
                <a16:creationId xmlns:a16="http://schemas.microsoft.com/office/drawing/2014/main" id="{386FE235-9605-DCC9-CA12-1CE6557F3E4C}"/>
              </a:ext>
            </a:extLst>
          </p:cNvPr>
          <p:cNvSpPr/>
          <p:nvPr/>
        </p:nvSpPr>
        <p:spPr>
          <a:xfrm rot="5400000">
            <a:off x="6860028" y="939610"/>
            <a:ext cx="164493" cy="87568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202D2B27-5A1A-B7C2-E88C-419C0A716DDE}"/>
              </a:ext>
            </a:extLst>
          </p:cNvPr>
          <p:cNvSpPr txBox="1"/>
          <p:nvPr/>
        </p:nvSpPr>
        <p:spPr>
          <a:xfrm>
            <a:off x="8715989" y="2723706"/>
            <a:ext cx="2802631" cy="954107"/>
          </a:xfrm>
          <a:prstGeom prst="rect">
            <a:avLst/>
          </a:prstGeom>
          <a:noFill/>
        </p:spPr>
        <p:txBody>
          <a:bodyPr wrap="square" rtlCol="0">
            <a:spAutoFit/>
          </a:bodyPr>
          <a:lstStyle/>
          <a:p>
            <a:r>
              <a:rPr lang="en-US" sz="2000" b="1" dirty="0">
                <a:ln/>
                <a:solidFill>
                  <a:schemeClr val="accent3"/>
                </a:solidFill>
              </a:rPr>
              <a:t>+F7</a:t>
            </a:r>
            <a:r>
              <a:rPr lang="en-US" b="1" dirty="0">
                <a:solidFill>
                  <a:schemeClr val="accent2"/>
                </a:solidFill>
              </a:rPr>
              <a:t>:</a:t>
            </a:r>
          </a:p>
          <a:p>
            <a:r>
              <a:rPr lang="en-US">
                <a:solidFill>
                  <a:schemeClr val="accent2"/>
                </a:solidFill>
              </a:rPr>
              <a:t>7-</a:t>
            </a:r>
            <a:r>
              <a:rPr lang="en-US">
                <a:solidFill>
                  <a:schemeClr val="accent3"/>
                </a:solidFill>
              </a:rPr>
              <a:t> Terminal Block</a:t>
            </a:r>
            <a:endParaRPr lang="en-US" dirty="0">
              <a:solidFill>
                <a:schemeClr val="accent3"/>
              </a:solidFill>
            </a:endParaRPr>
          </a:p>
          <a:p>
            <a:r>
              <a:rPr lang="en-US" dirty="0">
                <a:solidFill>
                  <a:schemeClr val="accent2"/>
                </a:solidFill>
              </a:rPr>
              <a:t>8- </a:t>
            </a:r>
            <a:r>
              <a:rPr lang="en-US" dirty="0">
                <a:solidFill>
                  <a:schemeClr val="accent3"/>
                </a:solidFill>
              </a:rPr>
              <a:t>Terminal Power Supply</a:t>
            </a:r>
          </a:p>
        </p:txBody>
      </p:sp>
      <p:pic>
        <p:nvPicPr>
          <p:cNvPr id="10" name="Picture 9">
            <a:extLst>
              <a:ext uri="{FF2B5EF4-FFF2-40B4-BE49-F238E27FC236}">
                <a16:creationId xmlns:a16="http://schemas.microsoft.com/office/drawing/2014/main" id="{35DAEADB-56F2-AE8C-D089-723EB74131AC}"/>
              </a:ext>
            </a:extLst>
          </p:cNvPr>
          <p:cNvPicPr>
            <a:picLocks noChangeAspect="1"/>
          </p:cNvPicPr>
          <p:nvPr/>
        </p:nvPicPr>
        <p:blipFill>
          <a:blip r:embed="rId3"/>
          <a:stretch>
            <a:fillRect/>
          </a:stretch>
        </p:blipFill>
        <p:spPr>
          <a:xfrm>
            <a:off x="466028" y="1515899"/>
            <a:ext cx="7419740" cy="4323827"/>
          </a:xfrm>
          <a:prstGeom prst="rect">
            <a:avLst/>
          </a:prstGeom>
        </p:spPr>
      </p:pic>
      <p:sp>
        <p:nvSpPr>
          <p:cNvPr id="19" name="Flowchart: Connector 18">
            <a:extLst>
              <a:ext uri="{FF2B5EF4-FFF2-40B4-BE49-F238E27FC236}">
                <a16:creationId xmlns:a16="http://schemas.microsoft.com/office/drawing/2014/main" id="{EE8173F9-6CD5-2624-C16B-87AB4C58A612}"/>
              </a:ext>
            </a:extLst>
          </p:cNvPr>
          <p:cNvSpPr/>
          <p:nvPr/>
        </p:nvSpPr>
        <p:spPr>
          <a:xfrm>
            <a:off x="7662709" y="826019"/>
            <a:ext cx="209550" cy="228600"/>
          </a:xfrm>
          <a:prstGeom prst="flowChartConnector">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8</a:t>
            </a:r>
          </a:p>
        </p:txBody>
      </p:sp>
      <p:cxnSp>
        <p:nvCxnSpPr>
          <p:cNvPr id="20" name="Straight Arrow Connector 19">
            <a:extLst>
              <a:ext uri="{FF2B5EF4-FFF2-40B4-BE49-F238E27FC236}">
                <a16:creationId xmlns:a16="http://schemas.microsoft.com/office/drawing/2014/main" id="{18F80220-18F2-96AD-F6A0-C3B9B064337B}"/>
              </a:ext>
            </a:extLst>
          </p:cNvPr>
          <p:cNvCxnSpPr>
            <a:cxnSpLocks/>
          </p:cNvCxnSpPr>
          <p:nvPr/>
        </p:nvCxnSpPr>
        <p:spPr>
          <a:xfrm flipH="1">
            <a:off x="6961895" y="1006478"/>
            <a:ext cx="700814" cy="288725"/>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113263DE-3361-3E6D-F291-229C78D54AA8}"/>
              </a:ext>
            </a:extLst>
          </p:cNvPr>
          <p:cNvPicPr>
            <a:picLocks noChangeAspect="1"/>
          </p:cNvPicPr>
          <p:nvPr/>
        </p:nvPicPr>
        <p:blipFill>
          <a:blip r:embed="rId4">
            <a:extLst>
              <a:ext uri="{28A0092B-C50C-407E-A947-70E740481C1C}">
                <a14:useLocalDpi xmlns:a14="http://schemas.microsoft.com/office/drawing/2010/main" val="0"/>
              </a:ext>
            </a:extLst>
          </a:blip>
          <a:srcRect t="1361" b="1361"/>
          <a:stretch/>
        </p:blipFill>
        <p:spPr>
          <a:xfrm rot="10800000" flipH="1">
            <a:off x="1041880" y="4926781"/>
            <a:ext cx="1922848" cy="1193120"/>
          </a:xfrm>
          <a:prstGeom prst="rect">
            <a:avLst/>
          </a:prstGeom>
        </p:spPr>
      </p:pic>
      <p:sp>
        <p:nvSpPr>
          <p:cNvPr id="13" name="TextBox 12">
            <a:extLst>
              <a:ext uri="{FF2B5EF4-FFF2-40B4-BE49-F238E27FC236}">
                <a16:creationId xmlns:a16="http://schemas.microsoft.com/office/drawing/2014/main" id="{0FA8EEDD-7410-D1E5-296F-6F42EFD1124F}"/>
              </a:ext>
            </a:extLst>
          </p:cNvPr>
          <p:cNvSpPr txBox="1"/>
          <p:nvPr/>
        </p:nvSpPr>
        <p:spPr>
          <a:xfrm>
            <a:off x="8430715" y="1515899"/>
            <a:ext cx="3228857" cy="553998"/>
          </a:xfrm>
          <a:prstGeom prst="rect">
            <a:avLst/>
          </a:prstGeom>
          <a:noFill/>
        </p:spPr>
        <p:txBody>
          <a:bodyPr wrap="square" rtlCol="0">
            <a:spAutoFit/>
          </a:bodyPr>
          <a:lstStyle/>
          <a:p>
            <a:r>
              <a:rPr lang="en-US" sz="1500" dirty="0">
                <a:solidFill>
                  <a:schemeClr val="accent3"/>
                </a:solidFill>
              </a:rPr>
              <a:t>     :MAN0125600 Cable if DA/EP</a:t>
            </a:r>
          </a:p>
          <a:p>
            <a:r>
              <a:rPr lang="en-US" sz="1500" dirty="0">
                <a:solidFill>
                  <a:schemeClr val="accent3"/>
                </a:solidFill>
              </a:rPr>
              <a:t>OR MAN0125300 Cable if </a:t>
            </a:r>
            <a:r>
              <a:rPr lang="en-US" sz="1500" dirty="0" err="1">
                <a:solidFill>
                  <a:schemeClr val="accent3"/>
                </a:solidFill>
              </a:rPr>
              <a:t>AxF</a:t>
            </a:r>
            <a:r>
              <a:rPr lang="en-US" sz="1500" dirty="0">
                <a:solidFill>
                  <a:schemeClr val="accent3"/>
                </a:solidFill>
              </a:rPr>
              <a:t>/PA</a:t>
            </a:r>
          </a:p>
        </p:txBody>
      </p:sp>
      <p:sp>
        <p:nvSpPr>
          <p:cNvPr id="16" name="Rectangle 15">
            <a:extLst>
              <a:ext uri="{FF2B5EF4-FFF2-40B4-BE49-F238E27FC236}">
                <a16:creationId xmlns:a16="http://schemas.microsoft.com/office/drawing/2014/main" id="{922F9FFE-2D0E-E3AB-A5A8-BFED4D8B6E30}"/>
              </a:ext>
            </a:extLst>
          </p:cNvPr>
          <p:cNvSpPr/>
          <p:nvPr/>
        </p:nvSpPr>
        <p:spPr>
          <a:xfrm>
            <a:off x="8544539" y="1584557"/>
            <a:ext cx="171450" cy="147976"/>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C4A3B91-E336-2CD9-CB09-1BF77697AA63}"/>
              </a:ext>
            </a:extLst>
          </p:cNvPr>
          <p:cNvSpPr txBox="1"/>
          <p:nvPr/>
        </p:nvSpPr>
        <p:spPr>
          <a:xfrm>
            <a:off x="4660529" y="5996583"/>
            <a:ext cx="2651773" cy="338554"/>
          </a:xfrm>
          <a:prstGeom prst="rect">
            <a:avLst/>
          </a:prstGeom>
          <a:noFill/>
        </p:spPr>
        <p:txBody>
          <a:bodyPr wrap="square" rtlCol="0">
            <a:spAutoFit/>
          </a:bodyPr>
          <a:lstStyle/>
          <a:p>
            <a:pPr fontAlgn="t"/>
            <a:r>
              <a:rPr lang="en-US" sz="1600" dirty="0"/>
              <a:t>CCM-E ↔ IMC063</a:t>
            </a:r>
          </a:p>
        </p:txBody>
      </p:sp>
      <p:cxnSp>
        <p:nvCxnSpPr>
          <p:cNvPr id="18" name="Straight Arrow Connector 17">
            <a:extLst>
              <a:ext uri="{FF2B5EF4-FFF2-40B4-BE49-F238E27FC236}">
                <a16:creationId xmlns:a16="http://schemas.microsoft.com/office/drawing/2014/main" id="{BFD1D218-DA58-9FDE-E671-3C25FE7262B7}"/>
              </a:ext>
            </a:extLst>
          </p:cNvPr>
          <p:cNvCxnSpPr>
            <a:cxnSpLocks/>
            <a:stCxn id="9" idx="1"/>
          </p:cNvCxnSpPr>
          <p:nvPr/>
        </p:nvCxnSpPr>
        <p:spPr>
          <a:xfrm flipH="1" flipV="1">
            <a:off x="3081313" y="6046391"/>
            <a:ext cx="1579216" cy="119469"/>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7801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A6043-241F-067C-1653-64F8D6E640D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00E66CD-092A-DA2A-817E-828F287DB33A}"/>
              </a:ext>
            </a:extLst>
          </p:cNvPr>
          <p:cNvSpPr>
            <a:spLocks noGrp="1"/>
          </p:cNvSpPr>
          <p:nvPr>
            <p:ph type="title"/>
          </p:nvPr>
        </p:nvSpPr>
        <p:spPr>
          <a:xfrm>
            <a:off x="754834" y="917279"/>
            <a:ext cx="2188813" cy="332088"/>
          </a:xfrm>
        </p:spPr>
        <p:txBody>
          <a:bodyPr/>
          <a:lstStyle/>
          <a:p>
            <a:r>
              <a:rPr lang="en-US" dirty="0"/>
              <a:t>F9 Layout</a:t>
            </a:r>
            <a:endParaRPr lang="en-GB" dirty="0"/>
          </a:p>
        </p:txBody>
      </p:sp>
      <p:sp>
        <p:nvSpPr>
          <p:cNvPr id="3" name="Espace réservé de la date 2">
            <a:extLst>
              <a:ext uri="{FF2B5EF4-FFF2-40B4-BE49-F238E27FC236}">
                <a16:creationId xmlns:a16="http://schemas.microsoft.com/office/drawing/2014/main" id="{9BDB6F89-DC56-7BE5-0CCF-FE481892EC48}"/>
              </a:ext>
            </a:extLst>
          </p:cNvPr>
          <p:cNvSpPr>
            <a:spLocks noGrp="1"/>
          </p:cNvSpPr>
          <p:nvPr>
            <p:ph type="dt" sz="half" idx="14"/>
          </p:nvPr>
        </p:nvSpPr>
        <p:spPr bwMode="gray"/>
        <p:txBody>
          <a:bodyPr/>
          <a:lstStyle/>
          <a:p>
            <a:pPr algn="l"/>
            <a:r>
              <a:rPr lang="en-GB">
                <a:latin typeface="+mj-lt"/>
              </a:rPr>
              <a:t>Date</a:t>
            </a:r>
          </a:p>
        </p:txBody>
      </p:sp>
      <p:sp>
        <p:nvSpPr>
          <p:cNvPr id="4" name="Espace réservé du pied de page 3">
            <a:extLst>
              <a:ext uri="{FF2B5EF4-FFF2-40B4-BE49-F238E27FC236}">
                <a16:creationId xmlns:a16="http://schemas.microsoft.com/office/drawing/2014/main" id="{9076EF50-1F77-5EDF-EEB1-5ECF7D18EAEB}"/>
              </a:ext>
            </a:extLst>
          </p:cNvPr>
          <p:cNvSpPr>
            <a:spLocks noGrp="1"/>
          </p:cNvSpPr>
          <p:nvPr>
            <p:ph type="ftr" sz="quarter" idx="15"/>
          </p:nvPr>
        </p:nvSpPr>
        <p:spPr bwMode="gray"/>
        <p:txBody>
          <a:bodyPr/>
          <a:lstStyle/>
          <a:p>
            <a:r>
              <a:rPr lang="en-GB">
                <a:latin typeface="+mj-lt"/>
              </a:rPr>
              <a:t>Title of the presentation on three lines - Lorem impsum dolor sit amet consectetuer adipiscing elit, sed diam nonummy</a:t>
            </a:r>
          </a:p>
        </p:txBody>
      </p:sp>
      <p:sp>
        <p:nvSpPr>
          <p:cNvPr id="5" name="Espace réservé du numéro de diapositive 4">
            <a:extLst>
              <a:ext uri="{FF2B5EF4-FFF2-40B4-BE49-F238E27FC236}">
                <a16:creationId xmlns:a16="http://schemas.microsoft.com/office/drawing/2014/main" id="{BE62C474-F105-3696-4F7D-6C2779977F16}"/>
              </a:ext>
            </a:extLst>
          </p:cNvPr>
          <p:cNvSpPr>
            <a:spLocks noGrp="1"/>
          </p:cNvSpPr>
          <p:nvPr>
            <p:ph type="sldNum" sz="quarter" idx="16"/>
          </p:nvPr>
        </p:nvSpPr>
        <p:spPr bwMode="gray"/>
        <p:txBody>
          <a:bodyPr/>
          <a:lstStyle/>
          <a:p>
            <a:fld id="{733122C9-A0B9-462F-8757-0847AD287B63}" type="slidenum">
              <a:rPr lang="en-GB" smtClean="0">
                <a:latin typeface="+mj-lt"/>
              </a:rPr>
              <a:pPr/>
              <a:t>20</a:t>
            </a:fld>
            <a:endParaRPr lang="en-GB">
              <a:latin typeface="+mj-lt"/>
            </a:endParaRPr>
          </a:p>
        </p:txBody>
      </p:sp>
      <p:sp>
        <p:nvSpPr>
          <p:cNvPr id="66" name="Flowchart: Connector 65">
            <a:extLst>
              <a:ext uri="{FF2B5EF4-FFF2-40B4-BE49-F238E27FC236}">
                <a16:creationId xmlns:a16="http://schemas.microsoft.com/office/drawing/2014/main" id="{2A33E27A-B2AB-5480-567A-2EE6D8FE23A2}"/>
              </a:ext>
            </a:extLst>
          </p:cNvPr>
          <p:cNvSpPr/>
          <p:nvPr/>
        </p:nvSpPr>
        <p:spPr>
          <a:xfrm>
            <a:off x="868674" y="1354875"/>
            <a:ext cx="209550" cy="228600"/>
          </a:xfrm>
          <a:prstGeom prst="flowChartConnector">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9</a:t>
            </a:r>
          </a:p>
        </p:txBody>
      </p:sp>
      <p:cxnSp>
        <p:nvCxnSpPr>
          <p:cNvPr id="76" name="Straight Arrow Connector 75">
            <a:extLst>
              <a:ext uri="{FF2B5EF4-FFF2-40B4-BE49-F238E27FC236}">
                <a16:creationId xmlns:a16="http://schemas.microsoft.com/office/drawing/2014/main" id="{4B30F223-1060-739D-07A7-1116C36AB208}"/>
              </a:ext>
            </a:extLst>
          </p:cNvPr>
          <p:cNvCxnSpPr>
            <a:cxnSpLocks/>
            <a:endCxn id="14" idx="1"/>
          </p:cNvCxnSpPr>
          <p:nvPr/>
        </p:nvCxnSpPr>
        <p:spPr>
          <a:xfrm>
            <a:off x="1163732" y="1508204"/>
            <a:ext cx="591857" cy="30935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AE51C53-5BC1-A1B0-7C62-FC40B25CC599}"/>
              </a:ext>
            </a:extLst>
          </p:cNvPr>
          <p:cNvSpPr txBox="1"/>
          <p:nvPr/>
        </p:nvSpPr>
        <p:spPr>
          <a:xfrm>
            <a:off x="9636099" y="2694521"/>
            <a:ext cx="2234766" cy="954107"/>
          </a:xfrm>
          <a:prstGeom prst="rect">
            <a:avLst/>
          </a:prstGeom>
          <a:noFill/>
        </p:spPr>
        <p:txBody>
          <a:bodyPr wrap="square" rtlCol="0">
            <a:spAutoFit/>
          </a:bodyPr>
          <a:lstStyle/>
          <a:p>
            <a:r>
              <a:rPr lang="en-US" sz="2000" b="1" dirty="0">
                <a:ln/>
                <a:solidFill>
                  <a:schemeClr val="accent3"/>
                </a:solidFill>
              </a:rPr>
              <a:t>+F9:</a:t>
            </a:r>
          </a:p>
          <a:p>
            <a:r>
              <a:rPr lang="en-US" dirty="0">
                <a:solidFill>
                  <a:schemeClr val="accent2"/>
                </a:solidFill>
              </a:rPr>
              <a:t>9- </a:t>
            </a:r>
            <a:r>
              <a:rPr lang="en-US" dirty="0">
                <a:solidFill>
                  <a:schemeClr val="accent3"/>
                </a:solidFill>
              </a:rPr>
              <a:t>SIC Board.</a:t>
            </a:r>
          </a:p>
          <a:p>
            <a:r>
              <a:rPr lang="en-US" dirty="0">
                <a:solidFill>
                  <a:schemeClr val="accent2"/>
                </a:solidFill>
              </a:rPr>
              <a:t>10- </a:t>
            </a:r>
            <a:r>
              <a:rPr lang="en-US" dirty="0">
                <a:solidFill>
                  <a:schemeClr val="accent3"/>
                </a:solidFill>
              </a:rPr>
              <a:t>IMC063 Cards</a:t>
            </a:r>
            <a:r>
              <a:rPr lang="en-US" dirty="0">
                <a:solidFill>
                  <a:schemeClr val="accent2"/>
                </a:solidFill>
              </a:rPr>
              <a:t>.</a:t>
            </a:r>
          </a:p>
        </p:txBody>
      </p:sp>
      <p:cxnSp>
        <p:nvCxnSpPr>
          <p:cNvPr id="16" name="Straight Arrow Connector 15">
            <a:extLst>
              <a:ext uri="{FF2B5EF4-FFF2-40B4-BE49-F238E27FC236}">
                <a16:creationId xmlns:a16="http://schemas.microsoft.com/office/drawing/2014/main" id="{A2841E63-B445-D994-08A3-2CBCE1F35CE1}"/>
              </a:ext>
            </a:extLst>
          </p:cNvPr>
          <p:cNvCxnSpPr>
            <a:cxnSpLocks/>
            <a:endCxn id="13" idx="1"/>
          </p:cNvCxnSpPr>
          <p:nvPr/>
        </p:nvCxnSpPr>
        <p:spPr>
          <a:xfrm>
            <a:off x="6506928" y="1532638"/>
            <a:ext cx="1465482" cy="323944"/>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044ED17-E646-D919-01A7-FE6C7CE86839}"/>
              </a:ext>
            </a:extLst>
          </p:cNvPr>
          <p:cNvPicPr>
            <a:picLocks noChangeAspect="1"/>
          </p:cNvPicPr>
          <p:nvPr/>
        </p:nvPicPr>
        <p:blipFill>
          <a:blip r:embed="rId3"/>
          <a:stretch>
            <a:fillRect/>
          </a:stretch>
        </p:blipFill>
        <p:spPr>
          <a:xfrm>
            <a:off x="240000" y="1982043"/>
            <a:ext cx="9251449" cy="3353752"/>
          </a:xfrm>
          <a:prstGeom prst="rect">
            <a:avLst/>
          </a:prstGeom>
        </p:spPr>
      </p:pic>
      <p:sp>
        <p:nvSpPr>
          <p:cNvPr id="14" name="Left Brace 13">
            <a:extLst>
              <a:ext uri="{FF2B5EF4-FFF2-40B4-BE49-F238E27FC236}">
                <a16:creationId xmlns:a16="http://schemas.microsoft.com/office/drawing/2014/main" id="{123BE551-94A9-082E-1C7E-D102E05D30F6}"/>
              </a:ext>
            </a:extLst>
          </p:cNvPr>
          <p:cNvSpPr/>
          <p:nvPr/>
        </p:nvSpPr>
        <p:spPr>
          <a:xfrm rot="5400000">
            <a:off x="1627964" y="1548118"/>
            <a:ext cx="255250" cy="79412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Flowchart: Connector 18">
            <a:extLst>
              <a:ext uri="{FF2B5EF4-FFF2-40B4-BE49-F238E27FC236}">
                <a16:creationId xmlns:a16="http://schemas.microsoft.com/office/drawing/2014/main" id="{3CE30DF1-C0ED-0C4E-4FD5-4447B257AD3B}"/>
              </a:ext>
            </a:extLst>
          </p:cNvPr>
          <p:cNvSpPr/>
          <p:nvPr/>
        </p:nvSpPr>
        <p:spPr>
          <a:xfrm>
            <a:off x="6165850" y="1177670"/>
            <a:ext cx="654049" cy="344576"/>
          </a:xfrm>
          <a:prstGeom prst="flowChartConnector">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10</a:t>
            </a:r>
          </a:p>
        </p:txBody>
      </p:sp>
      <p:sp>
        <p:nvSpPr>
          <p:cNvPr id="13" name="Left Brace 12">
            <a:extLst>
              <a:ext uri="{FF2B5EF4-FFF2-40B4-BE49-F238E27FC236}">
                <a16:creationId xmlns:a16="http://schemas.microsoft.com/office/drawing/2014/main" id="{C9CCE906-B904-11C4-DC0C-E5DBD1D482C9}"/>
              </a:ext>
            </a:extLst>
          </p:cNvPr>
          <p:cNvSpPr/>
          <p:nvPr/>
        </p:nvSpPr>
        <p:spPr>
          <a:xfrm rot="5400000">
            <a:off x="7912854" y="679467"/>
            <a:ext cx="119113" cy="247334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Left Brace 16">
            <a:extLst>
              <a:ext uri="{FF2B5EF4-FFF2-40B4-BE49-F238E27FC236}">
                <a16:creationId xmlns:a16="http://schemas.microsoft.com/office/drawing/2014/main" id="{054F0BDA-43EE-122A-2225-924FCBDB80B0}"/>
              </a:ext>
            </a:extLst>
          </p:cNvPr>
          <p:cNvSpPr/>
          <p:nvPr/>
        </p:nvSpPr>
        <p:spPr>
          <a:xfrm rot="5400000">
            <a:off x="5002974" y="676766"/>
            <a:ext cx="119113" cy="247334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4" name="Picture 23">
            <a:extLst>
              <a:ext uri="{FF2B5EF4-FFF2-40B4-BE49-F238E27FC236}">
                <a16:creationId xmlns:a16="http://schemas.microsoft.com/office/drawing/2014/main" id="{E46BBB97-C48F-846D-BFBA-7E481C30F1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08960" y="1322618"/>
            <a:ext cx="4797968" cy="1268078"/>
          </a:xfrm>
          <a:prstGeom prst="rect">
            <a:avLst/>
          </a:prstGeom>
        </p:spPr>
      </p:pic>
      <p:sp>
        <p:nvSpPr>
          <p:cNvPr id="28" name="TextBox 27">
            <a:extLst>
              <a:ext uri="{FF2B5EF4-FFF2-40B4-BE49-F238E27FC236}">
                <a16:creationId xmlns:a16="http://schemas.microsoft.com/office/drawing/2014/main" id="{1CDC4454-C7E0-4900-753A-2A99ECFCA136}"/>
              </a:ext>
            </a:extLst>
          </p:cNvPr>
          <p:cNvSpPr txBox="1"/>
          <p:nvPr/>
        </p:nvSpPr>
        <p:spPr>
          <a:xfrm>
            <a:off x="8796697" y="5391902"/>
            <a:ext cx="2914955" cy="323165"/>
          </a:xfrm>
          <a:prstGeom prst="rect">
            <a:avLst/>
          </a:prstGeom>
          <a:noFill/>
        </p:spPr>
        <p:txBody>
          <a:bodyPr wrap="square" rtlCol="0">
            <a:spAutoFit/>
          </a:bodyPr>
          <a:lstStyle/>
          <a:p>
            <a:r>
              <a:rPr lang="en-US" sz="1500" dirty="0">
                <a:solidFill>
                  <a:schemeClr val="accent3"/>
                </a:solidFill>
              </a:rPr>
              <a:t>:MAN0125700 Cable</a:t>
            </a:r>
          </a:p>
        </p:txBody>
      </p:sp>
      <p:sp>
        <p:nvSpPr>
          <p:cNvPr id="32" name="Rectangle 31">
            <a:extLst>
              <a:ext uri="{FF2B5EF4-FFF2-40B4-BE49-F238E27FC236}">
                <a16:creationId xmlns:a16="http://schemas.microsoft.com/office/drawing/2014/main" id="{91FF3100-C547-4931-9F72-E8685E18579E}"/>
              </a:ext>
            </a:extLst>
          </p:cNvPr>
          <p:cNvSpPr/>
          <p:nvPr/>
        </p:nvSpPr>
        <p:spPr>
          <a:xfrm>
            <a:off x="8661389" y="5479496"/>
            <a:ext cx="171450" cy="147976"/>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A58AA46B-D2C2-BDBF-1D89-D81ABFDB1AF9}"/>
              </a:ext>
            </a:extLst>
          </p:cNvPr>
          <p:cNvSpPr txBox="1"/>
          <p:nvPr/>
        </p:nvSpPr>
        <p:spPr>
          <a:xfrm>
            <a:off x="8547565" y="5690833"/>
            <a:ext cx="3228857" cy="553998"/>
          </a:xfrm>
          <a:prstGeom prst="rect">
            <a:avLst/>
          </a:prstGeom>
          <a:noFill/>
        </p:spPr>
        <p:txBody>
          <a:bodyPr wrap="square" rtlCol="0">
            <a:spAutoFit/>
          </a:bodyPr>
          <a:lstStyle/>
          <a:p>
            <a:r>
              <a:rPr lang="en-US" sz="1500" dirty="0">
                <a:solidFill>
                  <a:schemeClr val="accent3"/>
                </a:solidFill>
              </a:rPr>
              <a:t>     :MAN0125600 Cable if DA/EP </a:t>
            </a:r>
          </a:p>
          <a:p>
            <a:r>
              <a:rPr lang="en-US" sz="1500" dirty="0">
                <a:solidFill>
                  <a:schemeClr val="accent3"/>
                </a:solidFill>
              </a:rPr>
              <a:t>OR MAN0125300 Cable if </a:t>
            </a:r>
            <a:r>
              <a:rPr lang="en-US" sz="1500" dirty="0" err="1">
                <a:solidFill>
                  <a:schemeClr val="accent3"/>
                </a:solidFill>
              </a:rPr>
              <a:t>AxF</a:t>
            </a:r>
            <a:r>
              <a:rPr lang="en-US" sz="1500" dirty="0">
                <a:solidFill>
                  <a:schemeClr val="accent3"/>
                </a:solidFill>
              </a:rPr>
              <a:t>/PA</a:t>
            </a:r>
          </a:p>
        </p:txBody>
      </p:sp>
      <p:sp>
        <p:nvSpPr>
          <p:cNvPr id="43" name="Rectangle 42">
            <a:extLst>
              <a:ext uri="{FF2B5EF4-FFF2-40B4-BE49-F238E27FC236}">
                <a16:creationId xmlns:a16="http://schemas.microsoft.com/office/drawing/2014/main" id="{38998DF0-B00A-5B34-367D-89F9E14BE7B0}"/>
              </a:ext>
            </a:extLst>
          </p:cNvPr>
          <p:cNvSpPr/>
          <p:nvPr/>
        </p:nvSpPr>
        <p:spPr>
          <a:xfrm>
            <a:off x="8661389" y="5759491"/>
            <a:ext cx="171450" cy="147976"/>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45">
            <a:extLst>
              <a:ext uri="{FF2B5EF4-FFF2-40B4-BE49-F238E27FC236}">
                <a16:creationId xmlns:a16="http://schemas.microsoft.com/office/drawing/2014/main" id="{10F9D422-1D90-3D62-144E-AE32ADA936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55589" y="4178118"/>
            <a:ext cx="2799160" cy="1375366"/>
          </a:xfrm>
          <a:prstGeom prst="rect">
            <a:avLst/>
          </a:prstGeom>
        </p:spPr>
      </p:pic>
      <p:sp>
        <p:nvSpPr>
          <p:cNvPr id="11" name="TextBox 10">
            <a:extLst>
              <a:ext uri="{FF2B5EF4-FFF2-40B4-BE49-F238E27FC236}">
                <a16:creationId xmlns:a16="http://schemas.microsoft.com/office/drawing/2014/main" id="{0E3DC1D4-F246-D029-13DE-ABA9F4D70A6A}"/>
              </a:ext>
            </a:extLst>
          </p:cNvPr>
          <p:cNvSpPr txBox="1"/>
          <p:nvPr/>
        </p:nvSpPr>
        <p:spPr>
          <a:xfrm>
            <a:off x="1031684" y="5715067"/>
            <a:ext cx="2651773" cy="338554"/>
          </a:xfrm>
          <a:prstGeom prst="rect">
            <a:avLst/>
          </a:prstGeom>
          <a:noFill/>
        </p:spPr>
        <p:txBody>
          <a:bodyPr wrap="square" rtlCol="0">
            <a:spAutoFit/>
          </a:bodyPr>
          <a:lstStyle/>
          <a:p>
            <a:pPr fontAlgn="t"/>
            <a:r>
              <a:rPr lang="en-US" sz="1600" dirty="0"/>
              <a:t>Connector 12P  ↔ IMC063</a:t>
            </a:r>
          </a:p>
        </p:txBody>
      </p:sp>
      <p:cxnSp>
        <p:nvCxnSpPr>
          <p:cNvPr id="29" name="Straight Arrow Connector 28">
            <a:extLst>
              <a:ext uri="{FF2B5EF4-FFF2-40B4-BE49-F238E27FC236}">
                <a16:creationId xmlns:a16="http://schemas.microsoft.com/office/drawing/2014/main" id="{02EAD04D-2791-4208-7E64-498203978B92}"/>
              </a:ext>
            </a:extLst>
          </p:cNvPr>
          <p:cNvCxnSpPr>
            <a:cxnSpLocks/>
          </p:cNvCxnSpPr>
          <p:nvPr/>
        </p:nvCxnSpPr>
        <p:spPr>
          <a:xfrm flipV="1">
            <a:off x="3668150" y="5619493"/>
            <a:ext cx="375443" cy="279995"/>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505A89F3-5721-9EE7-0A67-B9EB670BE283}"/>
              </a:ext>
            </a:extLst>
          </p:cNvPr>
          <p:cNvSpPr txBox="1"/>
          <p:nvPr/>
        </p:nvSpPr>
        <p:spPr>
          <a:xfrm>
            <a:off x="3228862" y="858735"/>
            <a:ext cx="2651773" cy="338554"/>
          </a:xfrm>
          <a:prstGeom prst="rect">
            <a:avLst/>
          </a:prstGeom>
          <a:noFill/>
        </p:spPr>
        <p:txBody>
          <a:bodyPr wrap="square" rtlCol="0">
            <a:spAutoFit/>
          </a:bodyPr>
          <a:lstStyle/>
          <a:p>
            <a:pPr fontAlgn="t"/>
            <a:r>
              <a:rPr lang="en-US" sz="1600" dirty="0"/>
              <a:t>Connector 2P  ↔ SIC999</a:t>
            </a:r>
          </a:p>
        </p:txBody>
      </p:sp>
      <p:cxnSp>
        <p:nvCxnSpPr>
          <p:cNvPr id="33" name="Straight Arrow Connector 32">
            <a:extLst>
              <a:ext uri="{FF2B5EF4-FFF2-40B4-BE49-F238E27FC236}">
                <a16:creationId xmlns:a16="http://schemas.microsoft.com/office/drawing/2014/main" id="{BE4A6BBF-7FDC-2493-185F-E9E2027E901A}"/>
              </a:ext>
            </a:extLst>
          </p:cNvPr>
          <p:cNvCxnSpPr>
            <a:cxnSpLocks/>
          </p:cNvCxnSpPr>
          <p:nvPr/>
        </p:nvCxnSpPr>
        <p:spPr>
          <a:xfrm flipH="1">
            <a:off x="3302390" y="1160020"/>
            <a:ext cx="553481" cy="27945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45334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1979F-3633-0EC8-EF68-0CD2954C668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0A7E265-3D11-0C48-2968-1A001DDC7D82}"/>
              </a:ext>
            </a:extLst>
          </p:cNvPr>
          <p:cNvSpPr>
            <a:spLocks noGrp="1"/>
          </p:cNvSpPr>
          <p:nvPr>
            <p:ph type="title"/>
          </p:nvPr>
        </p:nvSpPr>
        <p:spPr>
          <a:xfrm>
            <a:off x="775915" y="1002575"/>
            <a:ext cx="2188813" cy="332088"/>
          </a:xfrm>
        </p:spPr>
        <p:txBody>
          <a:bodyPr/>
          <a:lstStyle/>
          <a:p>
            <a:r>
              <a:rPr lang="en-US" dirty="0"/>
              <a:t>F13 Layout</a:t>
            </a:r>
            <a:endParaRPr lang="en-GB" dirty="0"/>
          </a:p>
        </p:txBody>
      </p:sp>
      <p:sp>
        <p:nvSpPr>
          <p:cNvPr id="3" name="Espace réservé de la date 2">
            <a:extLst>
              <a:ext uri="{FF2B5EF4-FFF2-40B4-BE49-F238E27FC236}">
                <a16:creationId xmlns:a16="http://schemas.microsoft.com/office/drawing/2014/main" id="{6D42D89C-4982-5398-8954-3D137501E5FF}"/>
              </a:ext>
            </a:extLst>
          </p:cNvPr>
          <p:cNvSpPr>
            <a:spLocks noGrp="1"/>
          </p:cNvSpPr>
          <p:nvPr>
            <p:ph type="dt" sz="half" idx="14"/>
          </p:nvPr>
        </p:nvSpPr>
        <p:spPr bwMode="gray"/>
        <p:txBody>
          <a:bodyPr/>
          <a:lstStyle/>
          <a:p>
            <a:pPr algn="l"/>
            <a:r>
              <a:rPr lang="en-GB">
                <a:latin typeface="+mj-lt"/>
              </a:rPr>
              <a:t>Date</a:t>
            </a:r>
          </a:p>
        </p:txBody>
      </p:sp>
      <p:sp>
        <p:nvSpPr>
          <p:cNvPr id="4" name="Espace réservé du pied de page 3">
            <a:extLst>
              <a:ext uri="{FF2B5EF4-FFF2-40B4-BE49-F238E27FC236}">
                <a16:creationId xmlns:a16="http://schemas.microsoft.com/office/drawing/2014/main" id="{36727F1B-E5B3-A965-CD85-2476FE0BDC38}"/>
              </a:ext>
            </a:extLst>
          </p:cNvPr>
          <p:cNvSpPr>
            <a:spLocks noGrp="1"/>
          </p:cNvSpPr>
          <p:nvPr>
            <p:ph type="ftr" sz="quarter" idx="15"/>
          </p:nvPr>
        </p:nvSpPr>
        <p:spPr bwMode="gray"/>
        <p:txBody>
          <a:bodyPr/>
          <a:lstStyle/>
          <a:p>
            <a:r>
              <a:rPr lang="en-GB">
                <a:latin typeface="+mj-lt"/>
              </a:rPr>
              <a:t>Title of the presentation on three lines - Lorem impsum dolor sit amet consectetuer adipiscing elit, sed diam nonummy</a:t>
            </a:r>
          </a:p>
        </p:txBody>
      </p:sp>
      <p:sp>
        <p:nvSpPr>
          <p:cNvPr id="5" name="Espace réservé du numéro de diapositive 4">
            <a:extLst>
              <a:ext uri="{FF2B5EF4-FFF2-40B4-BE49-F238E27FC236}">
                <a16:creationId xmlns:a16="http://schemas.microsoft.com/office/drawing/2014/main" id="{AE078E45-0367-68E8-4CF9-B4465786F8E7}"/>
              </a:ext>
            </a:extLst>
          </p:cNvPr>
          <p:cNvSpPr>
            <a:spLocks noGrp="1"/>
          </p:cNvSpPr>
          <p:nvPr>
            <p:ph type="sldNum" sz="quarter" idx="16"/>
          </p:nvPr>
        </p:nvSpPr>
        <p:spPr bwMode="gray"/>
        <p:txBody>
          <a:bodyPr/>
          <a:lstStyle/>
          <a:p>
            <a:fld id="{733122C9-A0B9-462F-8757-0847AD287B63}" type="slidenum">
              <a:rPr lang="en-GB" smtClean="0">
                <a:latin typeface="+mj-lt"/>
              </a:rPr>
              <a:pPr/>
              <a:t>21</a:t>
            </a:fld>
            <a:endParaRPr lang="en-GB">
              <a:latin typeface="+mj-lt"/>
            </a:endParaRPr>
          </a:p>
        </p:txBody>
      </p:sp>
      <p:sp>
        <p:nvSpPr>
          <p:cNvPr id="19" name="Flowchart: Connector 18">
            <a:extLst>
              <a:ext uri="{FF2B5EF4-FFF2-40B4-BE49-F238E27FC236}">
                <a16:creationId xmlns:a16="http://schemas.microsoft.com/office/drawing/2014/main" id="{280443F0-A6D8-3934-58D2-70E9077B61A0}"/>
              </a:ext>
            </a:extLst>
          </p:cNvPr>
          <p:cNvSpPr/>
          <p:nvPr/>
        </p:nvSpPr>
        <p:spPr>
          <a:xfrm>
            <a:off x="4936596" y="1374660"/>
            <a:ext cx="654049" cy="344576"/>
          </a:xfrm>
          <a:prstGeom prst="flowChartConnector">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11</a:t>
            </a:r>
          </a:p>
        </p:txBody>
      </p:sp>
      <p:cxnSp>
        <p:nvCxnSpPr>
          <p:cNvPr id="16" name="Straight Arrow Connector 15">
            <a:extLst>
              <a:ext uri="{FF2B5EF4-FFF2-40B4-BE49-F238E27FC236}">
                <a16:creationId xmlns:a16="http://schemas.microsoft.com/office/drawing/2014/main" id="{A95E1D30-89DC-6370-950C-FC8A503E8B6F}"/>
              </a:ext>
            </a:extLst>
          </p:cNvPr>
          <p:cNvCxnSpPr>
            <a:cxnSpLocks/>
            <a:stCxn id="19" idx="4"/>
            <a:endCxn id="13" idx="1"/>
          </p:cNvCxnSpPr>
          <p:nvPr/>
        </p:nvCxnSpPr>
        <p:spPr>
          <a:xfrm flipH="1">
            <a:off x="3996519" y="1719236"/>
            <a:ext cx="1267102" cy="384574"/>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DE9B3D4-3A59-FCDF-AA15-3F0B4193C1DC}"/>
              </a:ext>
            </a:extLst>
          </p:cNvPr>
          <p:cNvSpPr txBox="1"/>
          <p:nvPr/>
        </p:nvSpPr>
        <p:spPr>
          <a:xfrm>
            <a:off x="9655093" y="1605234"/>
            <a:ext cx="2107253" cy="677108"/>
          </a:xfrm>
          <a:prstGeom prst="rect">
            <a:avLst/>
          </a:prstGeom>
          <a:noFill/>
        </p:spPr>
        <p:txBody>
          <a:bodyPr wrap="square" rtlCol="0">
            <a:spAutoFit/>
          </a:bodyPr>
          <a:lstStyle/>
          <a:p>
            <a:r>
              <a:rPr lang="en-US" sz="2000" b="1" dirty="0">
                <a:ln/>
                <a:solidFill>
                  <a:schemeClr val="accent3"/>
                </a:solidFill>
              </a:rPr>
              <a:t>+F13:</a:t>
            </a:r>
          </a:p>
          <a:p>
            <a:r>
              <a:rPr lang="en-US" dirty="0">
                <a:solidFill>
                  <a:schemeClr val="accent2"/>
                </a:solidFill>
              </a:rPr>
              <a:t>11-</a:t>
            </a:r>
            <a:r>
              <a:rPr lang="en-US" dirty="0">
                <a:solidFill>
                  <a:schemeClr val="accent3"/>
                </a:solidFill>
              </a:rPr>
              <a:t> BSI004 Cards</a:t>
            </a:r>
          </a:p>
        </p:txBody>
      </p:sp>
      <p:pic>
        <p:nvPicPr>
          <p:cNvPr id="10" name="Picture 9">
            <a:extLst>
              <a:ext uri="{FF2B5EF4-FFF2-40B4-BE49-F238E27FC236}">
                <a16:creationId xmlns:a16="http://schemas.microsoft.com/office/drawing/2014/main" id="{F22D8B32-BF10-3DB8-AEAE-5AC9CC1DEBA4}"/>
              </a:ext>
            </a:extLst>
          </p:cNvPr>
          <p:cNvPicPr>
            <a:picLocks noChangeAspect="1"/>
          </p:cNvPicPr>
          <p:nvPr/>
        </p:nvPicPr>
        <p:blipFill>
          <a:blip r:embed="rId3"/>
          <a:stretch>
            <a:fillRect/>
          </a:stretch>
        </p:blipFill>
        <p:spPr>
          <a:xfrm>
            <a:off x="161259" y="2282342"/>
            <a:ext cx="10204724" cy="3017526"/>
          </a:xfrm>
          <a:prstGeom prst="rect">
            <a:avLst/>
          </a:prstGeom>
        </p:spPr>
      </p:pic>
      <p:pic>
        <p:nvPicPr>
          <p:cNvPr id="8" name="Picture 7">
            <a:extLst>
              <a:ext uri="{FF2B5EF4-FFF2-40B4-BE49-F238E27FC236}">
                <a16:creationId xmlns:a16="http://schemas.microsoft.com/office/drawing/2014/main" id="{CCDACB25-F3A9-2BBC-CEBD-F6FE4F6566D8}"/>
              </a:ext>
            </a:extLst>
          </p:cNvPr>
          <p:cNvPicPr>
            <a:picLocks noChangeAspect="1"/>
          </p:cNvPicPr>
          <p:nvPr/>
        </p:nvPicPr>
        <p:blipFill>
          <a:blip r:embed="rId4">
            <a:extLst>
              <a:ext uri="{28A0092B-C50C-407E-A947-70E740481C1C}">
                <a14:useLocalDpi xmlns:a14="http://schemas.microsoft.com/office/drawing/2010/main" val="0"/>
              </a:ext>
            </a:extLst>
          </a:blip>
          <a:srcRect t="1361" b="1361"/>
          <a:stretch/>
        </p:blipFill>
        <p:spPr>
          <a:xfrm>
            <a:off x="936569" y="1567563"/>
            <a:ext cx="2370541" cy="1470912"/>
          </a:xfrm>
          <a:prstGeom prst="rect">
            <a:avLst/>
          </a:prstGeom>
        </p:spPr>
      </p:pic>
      <p:sp>
        <p:nvSpPr>
          <p:cNvPr id="13" name="Left Brace 12">
            <a:extLst>
              <a:ext uri="{FF2B5EF4-FFF2-40B4-BE49-F238E27FC236}">
                <a16:creationId xmlns:a16="http://schemas.microsoft.com/office/drawing/2014/main" id="{467A43D8-A6FA-206C-A12C-D381037460DA}"/>
              </a:ext>
            </a:extLst>
          </p:cNvPr>
          <p:cNvSpPr/>
          <p:nvPr/>
        </p:nvSpPr>
        <p:spPr>
          <a:xfrm rot="5400000">
            <a:off x="3907253" y="-1189105"/>
            <a:ext cx="178532" cy="676436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9BBEB20E-0EA2-D2BD-2A9B-74E4647AEBF2}"/>
              </a:ext>
            </a:extLst>
          </p:cNvPr>
          <p:cNvSpPr txBox="1"/>
          <p:nvPr/>
        </p:nvSpPr>
        <p:spPr>
          <a:xfrm>
            <a:off x="8533489" y="933917"/>
            <a:ext cx="3228857" cy="553998"/>
          </a:xfrm>
          <a:prstGeom prst="rect">
            <a:avLst/>
          </a:prstGeom>
          <a:noFill/>
        </p:spPr>
        <p:txBody>
          <a:bodyPr wrap="square" rtlCol="0">
            <a:spAutoFit/>
          </a:bodyPr>
          <a:lstStyle/>
          <a:p>
            <a:r>
              <a:rPr lang="en-US" sz="1500" dirty="0">
                <a:solidFill>
                  <a:schemeClr val="accent3"/>
                </a:solidFill>
              </a:rPr>
              <a:t>     :MAN0125600 Cable if DA/EP</a:t>
            </a:r>
          </a:p>
          <a:p>
            <a:r>
              <a:rPr lang="en-US" sz="1500" dirty="0">
                <a:solidFill>
                  <a:schemeClr val="accent3"/>
                </a:solidFill>
              </a:rPr>
              <a:t>OR MAN0125300 Cable if </a:t>
            </a:r>
            <a:r>
              <a:rPr lang="en-US" sz="1500" dirty="0" err="1">
                <a:solidFill>
                  <a:schemeClr val="accent3"/>
                </a:solidFill>
              </a:rPr>
              <a:t>AxF</a:t>
            </a:r>
            <a:r>
              <a:rPr lang="en-US" sz="1500" dirty="0">
                <a:solidFill>
                  <a:schemeClr val="accent3"/>
                </a:solidFill>
              </a:rPr>
              <a:t>/PA</a:t>
            </a:r>
          </a:p>
        </p:txBody>
      </p:sp>
      <p:sp>
        <p:nvSpPr>
          <p:cNvPr id="12" name="Rectangle 11">
            <a:extLst>
              <a:ext uri="{FF2B5EF4-FFF2-40B4-BE49-F238E27FC236}">
                <a16:creationId xmlns:a16="http://schemas.microsoft.com/office/drawing/2014/main" id="{77CBA286-39B8-4EC6-85CA-D077D52F12CA}"/>
              </a:ext>
            </a:extLst>
          </p:cNvPr>
          <p:cNvSpPr/>
          <p:nvPr/>
        </p:nvSpPr>
        <p:spPr>
          <a:xfrm>
            <a:off x="8647313" y="1002575"/>
            <a:ext cx="171450" cy="147976"/>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537D52A-898B-20E3-DC80-23592F40B60E}"/>
              </a:ext>
            </a:extLst>
          </p:cNvPr>
          <p:cNvSpPr txBox="1"/>
          <p:nvPr/>
        </p:nvSpPr>
        <p:spPr>
          <a:xfrm>
            <a:off x="3010357" y="976275"/>
            <a:ext cx="2253263" cy="338554"/>
          </a:xfrm>
          <a:prstGeom prst="rect">
            <a:avLst/>
          </a:prstGeom>
          <a:noFill/>
        </p:spPr>
        <p:txBody>
          <a:bodyPr wrap="square" rtlCol="0">
            <a:spAutoFit/>
          </a:bodyPr>
          <a:lstStyle/>
          <a:p>
            <a:pPr fontAlgn="t"/>
            <a:r>
              <a:rPr lang="en-US" sz="1600" dirty="0"/>
              <a:t>BSI004 ↔ IMC063</a:t>
            </a:r>
          </a:p>
        </p:txBody>
      </p:sp>
      <p:cxnSp>
        <p:nvCxnSpPr>
          <p:cNvPr id="17" name="Straight Arrow Connector 16">
            <a:extLst>
              <a:ext uri="{FF2B5EF4-FFF2-40B4-BE49-F238E27FC236}">
                <a16:creationId xmlns:a16="http://schemas.microsoft.com/office/drawing/2014/main" id="{C2A6961E-5EB3-CBCA-466D-F509D74BDD4F}"/>
              </a:ext>
            </a:extLst>
          </p:cNvPr>
          <p:cNvCxnSpPr>
            <a:cxnSpLocks/>
          </p:cNvCxnSpPr>
          <p:nvPr/>
        </p:nvCxnSpPr>
        <p:spPr>
          <a:xfrm flipH="1">
            <a:off x="3368543" y="1276470"/>
            <a:ext cx="535878" cy="372257"/>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90212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2AA86-39B9-9AF6-BB97-94378B99ABA4}"/>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35056652-509D-2168-6BC7-089969D93192}"/>
              </a:ext>
            </a:extLst>
          </p:cNvPr>
          <p:cNvSpPr>
            <a:spLocks noGrp="1"/>
          </p:cNvSpPr>
          <p:nvPr>
            <p:ph type="dt" sz="half" idx="10"/>
          </p:nvPr>
        </p:nvSpPr>
        <p:spPr bwMode="gray"/>
        <p:txBody>
          <a:bodyPr/>
          <a:lstStyle/>
          <a:p>
            <a:r>
              <a:rPr lang="en-GB"/>
              <a:t>Date</a:t>
            </a:r>
          </a:p>
        </p:txBody>
      </p:sp>
      <p:sp>
        <p:nvSpPr>
          <p:cNvPr id="5" name="Espace réservé du pied de page 4">
            <a:extLst>
              <a:ext uri="{FF2B5EF4-FFF2-40B4-BE49-F238E27FC236}">
                <a16:creationId xmlns:a16="http://schemas.microsoft.com/office/drawing/2014/main" id="{5A5B10A8-4E7A-ECED-C9EB-6F149C2CA5B2}"/>
              </a:ext>
            </a:extLst>
          </p:cNvPr>
          <p:cNvSpPr>
            <a:spLocks noGrp="1"/>
          </p:cNvSpPr>
          <p:nvPr>
            <p:ph type="ftr" sz="quarter" idx="11"/>
          </p:nvPr>
        </p:nvSpPr>
        <p:spPr bwMode="gray"/>
        <p:txBody>
          <a:bodyPr/>
          <a:lstStyle/>
          <a:p>
            <a:r>
              <a:rPr lang="en-GB"/>
              <a:t>Title of the presentation on three lines - Lorem impsum dolor sit amet consectetuer adipiscing elit, sed diam nonummy</a:t>
            </a:r>
          </a:p>
        </p:txBody>
      </p:sp>
      <p:sp>
        <p:nvSpPr>
          <p:cNvPr id="6" name="Espace réservé du numéro de diapositive 5">
            <a:extLst>
              <a:ext uri="{FF2B5EF4-FFF2-40B4-BE49-F238E27FC236}">
                <a16:creationId xmlns:a16="http://schemas.microsoft.com/office/drawing/2014/main" id="{1861E875-23E6-5FF8-4A92-245AE9BF4F34}"/>
              </a:ext>
            </a:extLst>
          </p:cNvPr>
          <p:cNvSpPr>
            <a:spLocks noGrp="1"/>
          </p:cNvSpPr>
          <p:nvPr>
            <p:ph type="sldNum" sz="quarter" idx="12"/>
          </p:nvPr>
        </p:nvSpPr>
        <p:spPr bwMode="gray"/>
        <p:txBody>
          <a:bodyPr/>
          <a:lstStyle/>
          <a:p>
            <a:fld id="{733122C9-A0B9-462F-8757-0847AD287B63}" type="slidenum">
              <a:rPr lang="en-GB" smtClean="0"/>
              <a:pPr/>
              <a:t>22</a:t>
            </a:fld>
            <a:endParaRPr lang="en-GB"/>
          </a:p>
        </p:txBody>
      </p:sp>
      <p:sp>
        <p:nvSpPr>
          <p:cNvPr id="8" name="Titre 7">
            <a:extLst>
              <a:ext uri="{FF2B5EF4-FFF2-40B4-BE49-F238E27FC236}">
                <a16:creationId xmlns:a16="http://schemas.microsoft.com/office/drawing/2014/main" id="{72676114-BCF4-FAE7-8A4F-C8CCA5199B26}"/>
              </a:ext>
            </a:extLst>
          </p:cNvPr>
          <p:cNvSpPr>
            <a:spLocks noGrp="1"/>
          </p:cNvSpPr>
          <p:nvPr>
            <p:ph type="title"/>
          </p:nvPr>
        </p:nvSpPr>
        <p:spPr bwMode="gray"/>
        <p:txBody>
          <a:bodyPr>
            <a:normAutofit/>
          </a:bodyPr>
          <a:lstStyle/>
          <a:p>
            <a:r>
              <a:rPr lang="en-GB" dirty="0"/>
              <a:t>0</a:t>
            </a:r>
            <a:r>
              <a:rPr lang="en-US" dirty="0"/>
              <a:t>5</a:t>
            </a:r>
            <a:endParaRPr lang="en-GB" dirty="0"/>
          </a:p>
        </p:txBody>
      </p:sp>
      <p:sp>
        <p:nvSpPr>
          <p:cNvPr id="11" name="Espace réservé du texte 10">
            <a:extLst>
              <a:ext uri="{FF2B5EF4-FFF2-40B4-BE49-F238E27FC236}">
                <a16:creationId xmlns:a16="http://schemas.microsoft.com/office/drawing/2014/main" id="{E15926A6-A885-DA91-39F2-32C58CDC64A5}"/>
              </a:ext>
            </a:extLst>
          </p:cNvPr>
          <p:cNvSpPr>
            <a:spLocks noGrp="1"/>
          </p:cNvSpPr>
          <p:nvPr>
            <p:ph type="body" sz="quarter" idx="13"/>
          </p:nvPr>
        </p:nvSpPr>
        <p:spPr bwMode="gray"/>
        <p:txBody>
          <a:bodyPr/>
          <a:lstStyle/>
          <a:p>
            <a:r>
              <a:rPr lang="en-US" dirty="0"/>
              <a:t>Drawing Process</a:t>
            </a:r>
          </a:p>
        </p:txBody>
      </p:sp>
    </p:spTree>
    <p:extLst>
      <p:ext uri="{BB962C8B-B14F-4D97-AF65-F5344CB8AC3E}">
        <p14:creationId xmlns:p14="http://schemas.microsoft.com/office/powerpoint/2010/main" val="32482273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F0D3A-F450-DFF2-05D5-4440662F6D5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A5D8E66-8B9C-2C63-6806-12BE6786D428}"/>
              </a:ext>
            </a:extLst>
          </p:cNvPr>
          <p:cNvSpPr>
            <a:spLocks noGrp="1"/>
          </p:cNvSpPr>
          <p:nvPr>
            <p:ph type="title"/>
          </p:nvPr>
        </p:nvSpPr>
        <p:spPr>
          <a:xfrm>
            <a:off x="775914" y="1002575"/>
            <a:ext cx="9025311" cy="332088"/>
          </a:xfrm>
        </p:spPr>
        <p:txBody>
          <a:bodyPr>
            <a:normAutofit/>
          </a:bodyPr>
          <a:lstStyle/>
          <a:p>
            <a:r>
              <a:rPr lang="en-US" dirty="0"/>
              <a:t>Required Input Documents for Pedal Cabinet Design</a:t>
            </a:r>
            <a:endParaRPr lang="en-GB" dirty="0"/>
          </a:p>
        </p:txBody>
      </p:sp>
      <p:sp>
        <p:nvSpPr>
          <p:cNvPr id="3" name="Espace réservé de la date 2">
            <a:extLst>
              <a:ext uri="{FF2B5EF4-FFF2-40B4-BE49-F238E27FC236}">
                <a16:creationId xmlns:a16="http://schemas.microsoft.com/office/drawing/2014/main" id="{1A74FB9D-EEEA-C35A-5259-6C76E9F361CC}"/>
              </a:ext>
            </a:extLst>
          </p:cNvPr>
          <p:cNvSpPr>
            <a:spLocks noGrp="1"/>
          </p:cNvSpPr>
          <p:nvPr>
            <p:ph type="dt" sz="half" idx="14"/>
          </p:nvPr>
        </p:nvSpPr>
        <p:spPr bwMode="gray"/>
        <p:txBody>
          <a:bodyPr/>
          <a:lstStyle/>
          <a:p>
            <a:pPr algn="l"/>
            <a:r>
              <a:rPr lang="en-GB">
                <a:latin typeface="+mj-lt"/>
              </a:rPr>
              <a:t>Date</a:t>
            </a:r>
          </a:p>
        </p:txBody>
      </p:sp>
      <p:sp>
        <p:nvSpPr>
          <p:cNvPr id="4" name="Espace réservé du pied de page 3">
            <a:extLst>
              <a:ext uri="{FF2B5EF4-FFF2-40B4-BE49-F238E27FC236}">
                <a16:creationId xmlns:a16="http://schemas.microsoft.com/office/drawing/2014/main" id="{57527DD5-8E51-D108-5FCB-702DAFBB0D41}"/>
              </a:ext>
            </a:extLst>
          </p:cNvPr>
          <p:cNvSpPr>
            <a:spLocks noGrp="1"/>
          </p:cNvSpPr>
          <p:nvPr>
            <p:ph type="ftr" sz="quarter" idx="15"/>
          </p:nvPr>
        </p:nvSpPr>
        <p:spPr bwMode="gray"/>
        <p:txBody>
          <a:bodyPr/>
          <a:lstStyle/>
          <a:p>
            <a:r>
              <a:rPr lang="en-GB">
                <a:latin typeface="+mj-lt"/>
              </a:rPr>
              <a:t>Title of the presentation on three lines - Lorem impsum dolor sit amet consectetuer adipiscing elit, sed diam nonummy</a:t>
            </a:r>
          </a:p>
        </p:txBody>
      </p:sp>
      <p:sp>
        <p:nvSpPr>
          <p:cNvPr id="5" name="Espace réservé du numéro de diapositive 4">
            <a:extLst>
              <a:ext uri="{FF2B5EF4-FFF2-40B4-BE49-F238E27FC236}">
                <a16:creationId xmlns:a16="http://schemas.microsoft.com/office/drawing/2014/main" id="{C66D8E83-5879-8AE2-FEFE-55BBED048175}"/>
              </a:ext>
            </a:extLst>
          </p:cNvPr>
          <p:cNvSpPr>
            <a:spLocks noGrp="1"/>
          </p:cNvSpPr>
          <p:nvPr>
            <p:ph type="sldNum" sz="quarter" idx="16"/>
          </p:nvPr>
        </p:nvSpPr>
        <p:spPr bwMode="gray"/>
        <p:txBody>
          <a:bodyPr/>
          <a:lstStyle/>
          <a:p>
            <a:fld id="{733122C9-A0B9-462F-8757-0847AD287B63}" type="slidenum">
              <a:rPr lang="en-GB" smtClean="0">
                <a:latin typeface="+mj-lt"/>
              </a:rPr>
              <a:pPr/>
              <a:t>23</a:t>
            </a:fld>
            <a:endParaRPr lang="en-GB">
              <a:latin typeface="+mj-lt"/>
            </a:endParaRPr>
          </a:p>
        </p:txBody>
      </p:sp>
      <p:sp>
        <p:nvSpPr>
          <p:cNvPr id="120" name="TextBox 119">
            <a:extLst>
              <a:ext uri="{FF2B5EF4-FFF2-40B4-BE49-F238E27FC236}">
                <a16:creationId xmlns:a16="http://schemas.microsoft.com/office/drawing/2014/main" id="{50F901AE-AEB8-458D-04C1-6DC44FA82F2E}"/>
              </a:ext>
            </a:extLst>
          </p:cNvPr>
          <p:cNvSpPr txBox="1"/>
          <p:nvPr/>
        </p:nvSpPr>
        <p:spPr>
          <a:xfrm>
            <a:off x="653981" y="1450410"/>
            <a:ext cx="10762105" cy="1754326"/>
          </a:xfrm>
          <a:prstGeom prst="rect">
            <a:avLst/>
          </a:prstGeom>
          <a:noFill/>
        </p:spPr>
        <p:txBody>
          <a:bodyPr wrap="square" rtlCol="0">
            <a:spAutoFit/>
          </a:bodyPr>
          <a:lstStyle/>
          <a:p>
            <a:pPr marL="285750" indent="-285750">
              <a:buFontTx/>
              <a:buChar char="-"/>
            </a:pPr>
            <a:r>
              <a:rPr lang="en-US" dirty="0"/>
              <a:t>Cable Chassis_H53</a:t>
            </a:r>
            <a:r>
              <a:rPr lang="en-US" dirty="0">
                <a:solidFill>
                  <a:srgbClr val="FF0000"/>
                </a:solidFill>
              </a:rPr>
              <a:t>xx.</a:t>
            </a:r>
          </a:p>
          <a:p>
            <a:r>
              <a:rPr lang="en-US" dirty="0">
                <a:solidFill>
                  <a:srgbClr val="FF0000"/>
                </a:solidFill>
              </a:rPr>
              <a:t>     </a:t>
            </a:r>
            <a:r>
              <a:rPr lang="en-US" dirty="0"/>
              <a:t>Used to supply power from the Cable Chassis to the Power Distribution unit.</a:t>
            </a:r>
          </a:p>
          <a:p>
            <a:endParaRPr lang="en-US" dirty="0"/>
          </a:p>
          <a:p>
            <a:pPr marL="285750" indent="-285750">
              <a:buFontTx/>
              <a:buChar char="-"/>
            </a:pPr>
            <a:r>
              <a:rPr lang="en-US" dirty="0"/>
              <a:t>OBC Drawing_H54</a:t>
            </a:r>
            <a:r>
              <a:rPr lang="en-US" dirty="0">
                <a:solidFill>
                  <a:srgbClr val="FF0000"/>
                </a:solidFill>
              </a:rPr>
              <a:t>xx.</a:t>
            </a:r>
          </a:p>
          <a:p>
            <a:pPr marL="285750" indent="-285750">
              <a:buFontTx/>
              <a:buChar char="-"/>
            </a:pPr>
            <a:r>
              <a:rPr lang="en-US" dirty="0"/>
              <a:t>Scheme Plan (PT)</a:t>
            </a:r>
          </a:p>
          <a:p>
            <a:pPr fontAlgn="t"/>
            <a:r>
              <a:rPr lang="en-US" dirty="0"/>
              <a:t>     Collected from both existing IMCs and will be utilized in the drawings.</a:t>
            </a:r>
          </a:p>
        </p:txBody>
      </p:sp>
      <p:pic>
        <p:nvPicPr>
          <p:cNvPr id="7" name="Picture 6">
            <a:extLst>
              <a:ext uri="{FF2B5EF4-FFF2-40B4-BE49-F238E27FC236}">
                <a16:creationId xmlns:a16="http://schemas.microsoft.com/office/drawing/2014/main" id="{C03ACB91-2DB3-6749-4DD3-7C44DA692E1E}"/>
              </a:ext>
            </a:extLst>
          </p:cNvPr>
          <p:cNvPicPr>
            <a:picLocks noChangeAspect="1"/>
          </p:cNvPicPr>
          <p:nvPr/>
        </p:nvPicPr>
        <p:blipFill>
          <a:blip r:embed="rId3"/>
          <a:srcRect b="5425"/>
          <a:stretch>
            <a:fillRect/>
          </a:stretch>
        </p:blipFill>
        <p:spPr>
          <a:xfrm>
            <a:off x="653979" y="3204736"/>
            <a:ext cx="5835309" cy="2657530"/>
          </a:xfrm>
          <a:prstGeom prst="rect">
            <a:avLst/>
          </a:prstGeom>
        </p:spPr>
      </p:pic>
      <p:sp>
        <p:nvSpPr>
          <p:cNvPr id="8" name="Oval 7">
            <a:extLst>
              <a:ext uri="{FF2B5EF4-FFF2-40B4-BE49-F238E27FC236}">
                <a16:creationId xmlns:a16="http://schemas.microsoft.com/office/drawing/2014/main" id="{9786AC26-CC17-17E1-EB46-5F47FD5E847F}"/>
              </a:ext>
            </a:extLst>
          </p:cNvPr>
          <p:cNvSpPr/>
          <p:nvPr/>
        </p:nvSpPr>
        <p:spPr>
          <a:xfrm>
            <a:off x="1133475" y="3696425"/>
            <a:ext cx="717550" cy="377825"/>
          </a:xfrm>
          <a:prstGeom prst="ellipse">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9D591633-37FB-2C8F-55F0-68ECB2CD42F5}"/>
              </a:ext>
            </a:extLst>
          </p:cNvPr>
          <p:cNvSpPr/>
          <p:nvPr/>
        </p:nvSpPr>
        <p:spPr>
          <a:xfrm>
            <a:off x="2130425" y="5056753"/>
            <a:ext cx="717550" cy="377825"/>
          </a:xfrm>
          <a:prstGeom prst="ellipse">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A8B8749C-66C5-B812-4205-5CEE8D49BEB5}"/>
              </a:ext>
            </a:extLst>
          </p:cNvPr>
          <p:cNvSpPr/>
          <p:nvPr/>
        </p:nvSpPr>
        <p:spPr>
          <a:xfrm>
            <a:off x="4958708" y="5408334"/>
            <a:ext cx="717550" cy="377825"/>
          </a:xfrm>
          <a:prstGeom prst="ellipse">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BF1D43D5-EE65-AFF8-3284-B8FDE7FFF980}"/>
              </a:ext>
            </a:extLst>
          </p:cNvPr>
          <p:cNvSpPr/>
          <p:nvPr/>
        </p:nvSpPr>
        <p:spPr>
          <a:xfrm>
            <a:off x="5317483" y="4708525"/>
            <a:ext cx="717550" cy="377825"/>
          </a:xfrm>
          <a:prstGeom prst="ellipse">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C2E56846-31FA-EDC9-366F-D7A0C8B2E961}"/>
              </a:ext>
            </a:extLst>
          </p:cNvPr>
          <p:cNvSpPr/>
          <p:nvPr/>
        </p:nvSpPr>
        <p:spPr>
          <a:xfrm>
            <a:off x="3319461" y="3498849"/>
            <a:ext cx="319089" cy="244476"/>
          </a:xfrm>
          <a:prstGeom prst="ellipse">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itre 1">
            <a:extLst>
              <a:ext uri="{FF2B5EF4-FFF2-40B4-BE49-F238E27FC236}">
                <a16:creationId xmlns:a16="http://schemas.microsoft.com/office/drawing/2014/main" id="{1E907284-0CB3-61FC-FD5F-6DB4990CA418}"/>
              </a:ext>
            </a:extLst>
          </p:cNvPr>
          <p:cNvSpPr txBox="1">
            <a:spLocks/>
          </p:cNvSpPr>
          <p:nvPr/>
        </p:nvSpPr>
        <p:spPr bwMode="gray">
          <a:xfrm>
            <a:off x="1525586" y="5977573"/>
            <a:ext cx="3438158" cy="261140"/>
          </a:xfrm>
          <a:prstGeom prst="rect">
            <a:avLst/>
          </a:prstGeom>
        </p:spPr>
        <p:txBody>
          <a:bodyPr vert="horz" lIns="0" tIns="0" rIns="0" bIns="0" rtlCol="0" anchor="t" anchorCtr="0">
            <a:normAutofit fontScale="97500"/>
          </a:bodyPr>
          <a:lstStyle>
            <a:lvl1pPr algn="l" defTabSz="914400" rtl="0" eaLnBrk="1" latinLnBrk="0" hangingPunct="1">
              <a:lnSpc>
                <a:spcPct val="75000"/>
              </a:lnSpc>
              <a:spcBef>
                <a:spcPct val="0"/>
              </a:spcBef>
              <a:buNone/>
              <a:defRPr sz="2400" b="0" kern="1200">
                <a:solidFill>
                  <a:schemeClr val="accent3"/>
                </a:solidFill>
                <a:latin typeface="+mj-lt"/>
                <a:ea typeface="+mj-ea"/>
                <a:cs typeface="+mj-cs"/>
              </a:defRPr>
            </a:lvl1pPr>
          </a:lstStyle>
          <a:p>
            <a:pPr fontAlgn="t"/>
            <a:r>
              <a:rPr lang="en-US" sz="1600" dirty="0"/>
              <a:t>IMC Identification from Scheme Plan</a:t>
            </a:r>
          </a:p>
        </p:txBody>
      </p:sp>
      <p:pic>
        <p:nvPicPr>
          <p:cNvPr id="22" name="Picture 21">
            <a:extLst>
              <a:ext uri="{FF2B5EF4-FFF2-40B4-BE49-F238E27FC236}">
                <a16:creationId xmlns:a16="http://schemas.microsoft.com/office/drawing/2014/main" id="{482B3858-E152-1BC7-A7E5-A22EDFA6B0CF}"/>
              </a:ext>
            </a:extLst>
          </p:cNvPr>
          <p:cNvPicPr>
            <a:picLocks noChangeAspect="1"/>
          </p:cNvPicPr>
          <p:nvPr/>
        </p:nvPicPr>
        <p:blipFill>
          <a:blip r:embed="rId4"/>
          <a:srcRect t="2901" r="35002" b="3924"/>
          <a:stretch>
            <a:fillRect/>
          </a:stretch>
        </p:blipFill>
        <p:spPr>
          <a:xfrm>
            <a:off x="6740042" y="3155435"/>
            <a:ext cx="4649422" cy="2737712"/>
          </a:xfrm>
          <a:prstGeom prst="rect">
            <a:avLst/>
          </a:prstGeom>
        </p:spPr>
      </p:pic>
      <p:sp>
        <p:nvSpPr>
          <p:cNvPr id="24" name="Oval 23">
            <a:extLst>
              <a:ext uri="{FF2B5EF4-FFF2-40B4-BE49-F238E27FC236}">
                <a16:creationId xmlns:a16="http://schemas.microsoft.com/office/drawing/2014/main" id="{4FC528BC-2772-89F8-50C7-D8A0235CF2D5}"/>
              </a:ext>
            </a:extLst>
          </p:cNvPr>
          <p:cNvSpPr/>
          <p:nvPr/>
        </p:nvSpPr>
        <p:spPr>
          <a:xfrm>
            <a:off x="1473993" y="4038060"/>
            <a:ext cx="717550" cy="377825"/>
          </a:xfrm>
          <a:prstGeom prst="ellipse">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34D68B06-691E-A99A-6A3E-00B440CBFA93}"/>
              </a:ext>
            </a:extLst>
          </p:cNvPr>
          <p:cNvSpPr/>
          <p:nvPr/>
        </p:nvSpPr>
        <p:spPr>
          <a:xfrm>
            <a:off x="6740042" y="3429000"/>
            <a:ext cx="529846" cy="727801"/>
          </a:xfrm>
          <a:prstGeom prst="ellipse">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itre 1">
            <a:extLst>
              <a:ext uri="{FF2B5EF4-FFF2-40B4-BE49-F238E27FC236}">
                <a16:creationId xmlns:a16="http://schemas.microsoft.com/office/drawing/2014/main" id="{01A95C2C-34B8-2F5D-27BE-3FE574D5C613}"/>
              </a:ext>
            </a:extLst>
          </p:cNvPr>
          <p:cNvSpPr txBox="1">
            <a:spLocks/>
          </p:cNvSpPr>
          <p:nvPr/>
        </p:nvSpPr>
        <p:spPr bwMode="gray">
          <a:xfrm>
            <a:off x="7269888" y="5977573"/>
            <a:ext cx="3438158" cy="261140"/>
          </a:xfrm>
          <a:prstGeom prst="rect">
            <a:avLst/>
          </a:prstGeom>
        </p:spPr>
        <p:txBody>
          <a:bodyPr vert="horz" lIns="0" tIns="0" rIns="0" bIns="0" rtlCol="0" anchor="t" anchorCtr="0">
            <a:normAutofit fontScale="97500"/>
          </a:bodyPr>
          <a:lstStyle>
            <a:lvl1pPr algn="l" defTabSz="914400" rtl="0" eaLnBrk="1" latinLnBrk="0" hangingPunct="1">
              <a:lnSpc>
                <a:spcPct val="75000"/>
              </a:lnSpc>
              <a:spcBef>
                <a:spcPct val="0"/>
              </a:spcBef>
              <a:buNone/>
              <a:defRPr sz="2400" b="0" kern="1200">
                <a:solidFill>
                  <a:schemeClr val="accent3"/>
                </a:solidFill>
                <a:latin typeface="+mj-lt"/>
                <a:ea typeface="+mj-ea"/>
                <a:cs typeface="+mj-cs"/>
              </a:defRPr>
            </a:lvl1pPr>
          </a:lstStyle>
          <a:p>
            <a:pPr fontAlgn="t"/>
            <a:r>
              <a:rPr lang="en-US" sz="1600" dirty="0"/>
              <a:t>IMC Identification from OBC Drawing</a:t>
            </a:r>
          </a:p>
        </p:txBody>
      </p:sp>
    </p:spTree>
    <p:extLst>
      <p:ext uri="{BB962C8B-B14F-4D97-AF65-F5344CB8AC3E}">
        <p14:creationId xmlns:p14="http://schemas.microsoft.com/office/powerpoint/2010/main" val="3827261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168BC-9D89-D15E-C0B3-3AE460DC36F1}"/>
            </a:ext>
          </a:extLst>
        </p:cNvPr>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8C4F2054-C68A-5FA9-A715-E70A5DFFE8EE}"/>
              </a:ext>
            </a:extLst>
          </p:cNvPr>
          <p:cNvSpPr>
            <a:spLocks noGrp="1"/>
          </p:cNvSpPr>
          <p:nvPr>
            <p:ph type="dt" sz="half" idx="14"/>
          </p:nvPr>
        </p:nvSpPr>
        <p:spPr bwMode="gray"/>
        <p:txBody>
          <a:bodyPr/>
          <a:lstStyle/>
          <a:p>
            <a:pPr algn="l"/>
            <a:r>
              <a:rPr lang="en-GB">
                <a:latin typeface="+mj-lt"/>
              </a:rPr>
              <a:t>Date</a:t>
            </a:r>
          </a:p>
        </p:txBody>
      </p:sp>
      <p:sp>
        <p:nvSpPr>
          <p:cNvPr id="4" name="Espace réservé du pied de page 3">
            <a:extLst>
              <a:ext uri="{FF2B5EF4-FFF2-40B4-BE49-F238E27FC236}">
                <a16:creationId xmlns:a16="http://schemas.microsoft.com/office/drawing/2014/main" id="{2C078399-F408-B4B9-A0A3-05F44CA4D231}"/>
              </a:ext>
            </a:extLst>
          </p:cNvPr>
          <p:cNvSpPr>
            <a:spLocks noGrp="1"/>
          </p:cNvSpPr>
          <p:nvPr>
            <p:ph type="ftr" sz="quarter" idx="15"/>
          </p:nvPr>
        </p:nvSpPr>
        <p:spPr bwMode="gray"/>
        <p:txBody>
          <a:bodyPr/>
          <a:lstStyle/>
          <a:p>
            <a:r>
              <a:rPr lang="en-GB">
                <a:latin typeface="+mj-lt"/>
              </a:rPr>
              <a:t>Title of the presentation on three lines - Lorem impsum dolor sit amet consectetuer adipiscing elit, sed diam nonummy</a:t>
            </a:r>
          </a:p>
        </p:txBody>
      </p:sp>
      <p:sp>
        <p:nvSpPr>
          <p:cNvPr id="5" name="Espace réservé du numéro de diapositive 4">
            <a:extLst>
              <a:ext uri="{FF2B5EF4-FFF2-40B4-BE49-F238E27FC236}">
                <a16:creationId xmlns:a16="http://schemas.microsoft.com/office/drawing/2014/main" id="{467B64A9-BDFB-A5B6-B2FD-A392BFCFB617}"/>
              </a:ext>
            </a:extLst>
          </p:cNvPr>
          <p:cNvSpPr>
            <a:spLocks noGrp="1"/>
          </p:cNvSpPr>
          <p:nvPr>
            <p:ph type="sldNum" sz="quarter" idx="16"/>
          </p:nvPr>
        </p:nvSpPr>
        <p:spPr bwMode="gray"/>
        <p:txBody>
          <a:bodyPr/>
          <a:lstStyle/>
          <a:p>
            <a:fld id="{733122C9-A0B9-462F-8757-0847AD287B63}" type="slidenum">
              <a:rPr lang="en-GB" smtClean="0">
                <a:latin typeface="+mj-lt"/>
              </a:rPr>
              <a:pPr/>
              <a:t>24</a:t>
            </a:fld>
            <a:endParaRPr lang="en-GB">
              <a:latin typeface="+mj-lt"/>
            </a:endParaRPr>
          </a:p>
        </p:txBody>
      </p:sp>
      <p:pic>
        <p:nvPicPr>
          <p:cNvPr id="7" name="Picture 6">
            <a:extLst>
              <a:ext uri="{FF2B5EF4-FFF2-40B4-BE49-F238E27FC236}">
                <a16:creationId xmlns:a16="http://schemas.microsoft.com/office/drawing/2014/main" id="{4CDAA147-34E0-9523-61C8-8B8E42005F0F}"/>
              </a:ext>
            </a:extLst>
          </p:cNvPr>
          <p:cNvPicPr>
            <a:picLocks noChangeAspect="1"/>
          </p:cNvPicPr>
          <p:nvPr/>
        </p:nvPicPr>
        <p:blipFill>
          <a:blip r:embed="rId3"/>
          <a:stretch>
            <a:fillRect/>
          </a:stretch>
        </p:blipFill>
        <p:spPr>
          <a:xfrm>
            <a:off x="603700" y="93719"/>
            <a:ext cx="11105700" cy="6344799"/>
          </a:xfrm>
          <a:prstGeom prst="rect">
            <a:avLst/>
          </a:prstGeom>
        </p:spPr>
      </p:pic>
      <p:cxnSp>
        <p:nvCxnSpPr>
          <p:cNvPr id="11" name="Straight Connector 10">
            <a:extLst>
              <a:ext uri="{FF2B5EF4-FFF2-40B4-BE49-F238E27FC236}">
                <a16:creationId xmlns:a16="http://schemas.microsoft.com/office/drawing/2014/main" id="{795549D1-9D43-806D-6EE1-65D4D0723DD9}"/>
              </a:ext>
            </a:extLst>
          </p:cNvPr>
          <p:cNvCxnSpPr/>
          <p:nvPr/>
        </p:nvCxnSpPr>
        <p:spPr>
          <a:xfrm flipV="1">
            <a:off x="1295400" y="1155700"/>
            <a:ext cx="0" cy="298450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4103FEC-BB96-A1CF-1A88-428EC7000DAB}"/>
              </a:ext>
            </a:extLst>
          </p:cNvPr>
          <p:cNvSpPr txBox="1"/>
          <p:nvPr/>
        </p:nvSpPr>
        <p:spPr>
          <a:xfrm>
            <a:off x="18709" y="1746279"/>
            <a:ext cx="1339846" cy="2123658"/>
          </a:xfrm>
          <a:prstGeom prst="rect">
            <a:avLst/>
          </a:prstGeom>
          <a:noFill/>
        </p:spPr>
        <p:txBody>
          <a:bodyPr wrap="square" rtlCol="0">
            <a:spAutoFit/>
          </a:bodyPr>
          <a:lstStyle/>
          <a:p>
            <a:r>
              <a:rPr lang="en-US" sz="1100" b="1" dirty="0">
                <a:solidFill>
                  <a:schemeClr val="accent3">
                    <a:lumMod val="50000"/>
                    <a:lumOff val="50000"/>
                  </a:schemeClr>
                </a:solidFill>
              </a:rPr>
              <a:t>Two Main Powers (LIGNE 1 and LIGNE 2) Provided from Distribution </a:t>
            </a:r>
            <a:r>
              <a:rPr lang="en-US" sz="1100" b="1" dirty="0" err="1">
                <a:solidFill>
                  <a:schemeClr val="accent3">
                    <a:lumMod val="50000"/>
                    <a:lumOff val="50000"/>
                  </a:schemeClr>
                </a:solidFill>
              </a:rPr>
              <a:t>Almentation</a:t>
            </a:r>
            <a:r>
              <a:rPr lang="en-US" sz="1100" b="1" dirty="0">
                <a:solidFill>
                  <a:schemeClr val="accent3">
                    <a:lumMod val="50000"/>
                    <a:lumOff val="50000"/>
                  </a:schemeClr>
                </a:solidFill>
              </a:rPr>
              <a:t> </a:t>
            </a:r>
            <a:r>
              <a:rPr lang="en-US" sz="1100" b="1" dirty="0" err="1">
                <a:solidFill>
                  <a:schemeClr val="accent3">
                    <a:lumMod val="50000"/>
                    <a:lumOff val="50000"/>
                  </a:schemeClr>
                </a:solidFill>
              </a:rPr>
              <a:t>Armoier</a:t>
            </a:r>
            <a:r>
              <a:rPr lang="en-US" sz="1100" b="1" dirty="0">
                <a:solidFill>
                  <a:schemeClr val="accent3">
                    <a:lumMod val="50000"/>
                    <a:lumOff val="50000"/>
                  </a:schemeClr>
                </a:solidFill>
              </a:rPr>
              <a:t> H53X sheet 2, enter  to the Pedal Cabinet through </a:t>
            </a:r>
            <a:r>
              <a:rPr lang="en-US" sz="1100" b="1" dirty="0">
                <a:solidFill>
                  <a:schemeClr val="accent1">
                    <a:lumMod val="75000"/>
                  </a:schemeClr>
                </a:solidFill>
              </a:rPr>
              <a:t>Terminal Block</a:t>
            </a:r>
            <a:r>
              <a:rPr lang="en-US" sz="1100" b="1" dirty="0">
                <a:solidFill>
                  <a:schemeClr val="accent3">
                    <a:lumMod val="50000"/>
                    <a:lumOff val="50000"/>
                  </a:schemeClr>
                </a:solidFill>
              </a:rPr>
              <a:t> at F7.17</a:t>
            </a:r>
          </a:p>
        </p:txBody>
      </p:sp>
      <p:cxnSp>
        <p:nvCxnSpPr>
          <p:cNvPr id="13" name="Straight Connector 12">
            <a:extLst>
              <a:ext uri="{FF2B5EF4-FFF2-40B4-BE49-F238E27FC236}">
                <a16:creationId xmlns:a16="http://schemas.microsoft.com/office/drawing/2014/main" id="{511004AB-C2D1-C21B-B0E2-DADD6CFA1164}"/>
              </a:ext>
            </a:extLst>
          </p:cNvPr>
          <p:cNvCxnSpPr>
            <a:cxnSpLocks/>
          </p:cNvCxnSpPr>
          <p:nvPr/>
        </p:nvCxnSpPr>
        <p:spPr>
          <a:xfrm flipV="1">
            <a:off x="3505200" y="1155700"/>
            <a:ext cx="0" cy="298450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0B43FB6-0337-8437-57FE-56AD3EADD8DE}"/>
              </a:ext>
            </a:extLst>
          </p:cNvPr>
          <p:cNvSpPr txBox="1"/>
          <p:nvPr/>
        </p:nvSpPr>
        <p:spPr>
          <a:xfrm>
            <a:off x="1639092" y="2254111"/>
            <a:ext cx="1566862" cy="769441"/>
          </a:xfrm>
          <a:prstGeom prst="rect">
            <a:avLst/>
          </a:prstGeom>
          <a:noFill/>
        </p:spPr>
        <p:txBody>
          <a:bodyPr wrap="square" rtlCol="0">
            <a:spAutoFit/>
          </a:bodyPr>
          <a:lstStyle/>
          <a:p>
            <a:r>
              <a:rPr lang="en-US" sz="1100" b="1" dirty="0">
                <a:solidFill>
                  <a:schemeClr val="accent3">
                    <a:lumMod val="50000"/>
                    <a:lumOff val="50000"/>
                  </a:schemeClr>
                </a:solidFill>
              </a:rPr>
              <a:t>Two main Powers pass to the </a:t>
            </a:r>
            <a:r>
              <a:rPr lang="en-US" sz="1100" b="1" dirty="0">
                <a:solidFill>
                  <a:schemeClr val="accent1">
                    <a:lumMod val="75000"/>
                  </a:schemeClr>
                </a:solidFill>
              </a:rPr>
              <a:t>Protection unit </a:t>
            </a:r>
            <a:r>
              <a:rPr lang="en-US" sz="1100" b="1" dirty="0">
                <a:solidFill>
                  <a:schemeClr val="accent3">
                    <a:lumMod val="50000"/>
                    <a:lumOff val="50000"/>
                  </a:schemeClr>
                </a:solidFill>
              </a:rPr>
              <a:t>at F0.01</a:t>
            </a:r>
          </a:p>
        </p:txBody>
      </p:sp>
      <p:cxnSp>
        <p:nvCxnSpPr>
          <p:cNvPr id="16" name="Straight Connector 15">
            <a:extLst>
              <a:ext uri="{FF2B5EF4-FFF2-40B4-BE49-F238E27FC236}">
                <a16:creationId xmlns:a16="http://schemas.microsoft.com/office/drawing/2014/main" id="{18EA8D3D-5380-A323-F368-32FE3BA591CA}"/>
              </a:ext>
            </a:extLst>
          </p:cNvPr>
          <p:cNvCxnSpPr>
            <a:cxnSpLocks/>
          </p:cNvCxnSpPr>
          <p:nvPr/>
        </p:nvCxnSpPr>
        <p:spPr>
          <a:xfrm flipV="1">
            <a:off x="5670554" y="1155700"/>
            <a:ext cx="0" cy="298450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717C507-E17D-A91F-8E19-A5E2DC4E2995}"/>
              </a:ext>
            </a:extLst>
          </p:cNvPr>
          <p:cNvSpPr txBox="1"/>
          <p:nvPr/>
        </p:nvSpPr>
        <p:spPr>
          <a:xfrm>
            <a:off x="3652041" y="2260461"/>
            <a:ext cx="2012949" cy="769441"/>
          </a:xfrm>
          <a:prstGeom prst="rect">
            <a:avLst/>
          </a:prstGeom>
          <a:noFill/>
        </p:spPr>
        <p:txBody>
          <a:bodyPr wrap="square" rtlCol="0">
            <a:spAutoFit/>
          </a:bodyPr>
          <a:lstStyle/>
          <a:p>
            <a:r>
              <a:rPr lang="en-US" sz="1100" b="1" dirty="0">
                <a:solidFill>
                  <a:schemeClr val="accent3">
                    <a:lumMod val="50000"/>
                    <a:lumOff val="50000"/>
                  </a:schemeClr>
                </a:solidFill>
              </a:rPr>
              <a:t>Two main Powers pass  to the two </a:t>
            </a:r>
            <a:r>
              <a:rPr lang="en-US" sz="1100" b="1" dirty="0">
                <a:solidFill>
                  <a:schemeClr val="accent1">
                    <a:lumMod val="75000"/>
                  </a:schemeClr>
                </a:solidFill>
              </a:rPr>
              <a:t>Rectifiers Units </a:t>
            </a:r>
            <a:r>
              <a:rPr lang="en-US" sz="1100" b="1" dirty="0">
                <a:solidFill>
                  <a:schemeClr val="accent3">
                    <a:lumMod val="50000"/>
                    <a:lumOff val="50000"/>
                  </a:schemeClr>
                </a:solidFill>
              </a:rPr>
              <a:t>to convert it from 220Vac to 24V DC at F0.02 &amp; F0.04</a:t>
            </a:r>
          </a:p>
        </p:txBody>
      </p:sp>
      <p:sp>
        <p:nvSpPr>
          <p:cNvPr id="20" name="TextBox 19">
            <a:extLst>
              <a:ext uri="{FF2B5EF4-FFF2-40B4-BE49-F238E27FC236}">
                <a16:creationId xmlns:a16="http://schemas.microsoft.com/office/drawing/2014/main" id="{A967312A-9917-592A-7929-01141D573586}"/>
              </a:ext>
            </a:extLst>
          </p:cNvPr>
          <p:cNvSpPr txBox="1"/>
          <p:nvPr/>
        </p:nvSpPr>
        <p:spPr>
          <a:xfrm>
            <a:off x="5964236" y="2300277"/>
            <a:ext cx="2012949" cy="1277273"/>
          </a:xfrm>
          <a:prstGeom prst="rect">
            <a:avLst/>
          </a:prstGeom>
          <a:noFill/>
        </p:spPr>
        <p:txBody>
          <a:bodyPr wrap="square" rtlCol="0">
            <a:spAutoFit/>
          </a:bodyPr>
          <a:lstStyle/>
          <a:p>
            <a:r>
              <a:rPr lang="en-US" sz="1100" b="1" dirty="0">
                <a:solidFill>
                  <a:schemeClr val="accent3">
                    <a:lumMod val="50000"/>
                    <a:lumOff val="50000"/>
                  </a:schemeClr>
                </a:solidFill>
              </a:rPr>
              <a:t>Two main Powers (24VDC) Pass to </a:t>
            </a:r>
            <a:r>
              <a:rPr lang="en-US" sz="1100" b="1" dirty="0">
                <a:solidFill>
                  <a:schemeClr val="accent1">
                    <a:lumMod val="75000"/>
                  </a:schemeClr>
                </a:solidFill>
              </a:rPr>
              <a:t>Redundancy Unit </a:t>
            </a:r>
            <a:r>
              <a:rPr lang="en-US" sz="1100" b="1" dirty="0">
                <a:solidFill>
                  <a:schemeClr val="accent3">
                    <a:lumMod val="50000"/>
                    <a:lumOff val="50000"/>
                  </a:schemeClr>
                </a:solidFill>
              </a:rPr>
              <a:t>at F0.03 to Keep the 24 VDC continuously Provided the Cabinet if any one power from 2 power failed </a:t>
            </a:r>
          </a:p>
        </p:txBody>
      </p:sp>
      <p:sp>
        <p:nvSpPr>
          <p:cNvPr id="23" name="TextBox 22">
            <a:extLst>
              <a:ext uri="{FF2B5EF4-FFF2-40B4-BE49-F238E27FC236}">
                <a16:creationId xmlns:a16="http://schemas.microsoft.com/office/drawing/2014/main" id="{EA46E4D6-1912-68F3-9B63-1895D39CDA12}"/>
              </a:ext>
            </a:extLst>
          </p:cNvPr>
          <p:cNvSpPr txBox="1"/>
          <p:nvPr/>
        </p:nvSpPr>
        <p:spPr>
          <a:xfrm>
            <a:off x="10040142" y="2266672"/>
            <a:ext cx="2012949" cy="769441"/>
          </a:xfrm>
          <a:prstGeom prst="rect">
            <a:avLst/>
          </a:prstGeom>
          <a:noFill/>
        </p:spPr>
        <p:txBody>
          <a:bodyPr wrap="square" rtlCol="0">
            <a:spAutoFit/>
          </a:bodyPr>
          <a:lstStyle/>
          <a:p>
            <a:r>
              <a:rPr lang="en-US" sz="1100" b="1" dirty="0">
                <a:solidFill>
                  <a:schemeClr val="accent3">
                    <a:lumMod val="50000"/>
                    <a:lumOff val="50000"/>
                  </a:schemeClr>
                </a:solidFill>
              </a:rPr>
              <a:t>Main Power (24VDC) has ability to Provide Ten SIC cards if needed by 24 VDC through </a:t>
            </a:r>
            <a:r>
              <a:rPr lang="en-US" sz="1100" b="1" dirty="0">
                <a:solidFill>
                  <a:schemeClr val="accent1">
                    <a:lumMod val="75000"/>
                  </a:schemeClr>
                </a:solidFill>
              </a:rPr>
              <a:t>10 Fuses</a:t>
            </a:r>
            <a:r>
              <a:rPr lang="en-US" sz="1100" b="1" dirty="0">
                <a:solidFill>
                  <a:schemeClr val="accent3">
                    <a:lumMod val="50000"/>
                    <a:lumOff val="50000"/>
                  </a:schemeClr>
                </a:solidFill>
              </a:rPr>
              <a:t> at F9.13 </a:t>
            </a:r>
          </a:p>
        </p:txBody>
      </p:sp>
      <p:sp>
        <p:nvSpPr>
          <p:cNvPr id="25" name="TextBox 24">
            <a:extLst>
              <a:ext uri="{FF2B5EF4-FFF2-40B4-BE49-F238E27FC236}">
                <a16:creationId xmlns:a16="http://schemas.microsoft.com/office/drawing/2014/main" id="{D5220A3B-1894-59E9-6618-691817F2750A}"/>
              </a:ext>
            </a:extLst>
          </p:cNvPr>
          <p:cNvSpPr txBox="1"/>
          <p:nvPr/>
        </p:nvSpPr>
        <p:spPr>
          <a:xfrm>
            <a:off x="298109" y="93719"/>
            <a:ext cx="6138862" cy="369332"/>
          </a:xfrm>
          <a:prstGeom prst="rect">
            <a:avLst/>
          </a:prstGeom>
          <a:noFill/>
        </p:spPr>
        <p:txBody>
          <a:bodyPr wrap="square">
            <a:spAutoFit/>
          </a:bodyPr>
          <a:lstStyle/>
          <a:p>
            <a:r>
              <a:rPr lang="en-US" dirty="0"/>
              <a:t>Pedal Cabinet Connections</a:t>
            </a:r>
          </a:p>
        </p:txBody>
      </p:sp>
    </p:spTree>
    <p:extLst>
      <p:ext uri="{BB962C8B-B14F-4D97-AF65-F5344CB8AC3E}">
        <p14:creationId xmlns:p14="http://schemas.microsoft.com/office/powerpoint/2010/main" val="4266171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7B76B-D4FA-A93B-0E0F-4EDA3DE54D85}"/>
            </a:ext>
          </a:extLst>
        </p:cNvPr>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FC9FE407-5319-D2F4-2CD2-B1F38890D476}"/>
              </a:ext>
            </a:extLst>
          </p:cNvPr>
          <p:cNvSpPr>
            <a:spLocks noGrp="1"/>
          </p:cNvSpPr>
          <p:nvPr>
            <p:ph type="dt" sz="half" idx="14"/>
          </p:nvPr>
        </p:nvSpPr>
        <p:spPr bwMode="gray"/>
        <p:txBody>
          <a:bodyPr/>
          <a:lstStyle/>
          <a:p>
            <a:pPr algn="l"/>
            <a:r>
              <a:rPr lang="en-GB">
                <a:latin typeface="+mj-lt"/>
              </a:rPr>
              <a:t>Date</a:t>
            </a:r>
          </a:p>
        </p:txBody>
      </p:sp>
      <p:sp>
        <p:nvSpPr>
          <p:cNvPr id="4" name="Espace réservé du pied de page 3">
            <a:extLst>
              <a:ext uri="{FF2B5EF4-FFF2-40B4-BE49-F238E27FC236}">
                <a16:creationId xmlns:a16="http://schemas.microsoft.com/office/drawing/2014/main" id="{1420730B-A3C2-4493-8931-8B4F969DFA4F}"/>
              </a:ext>
            </a:extLst>
          </p:cNvPr>
          <p:cNvSpPr>
            <a:spLocks noGrp="1"/>
          </p:cNvSpPr>
          <p:nvPr>
            <p:ph type="ftr" sz="quarter" idx="15"/>
          </p:nvPr>
        </p:nvSpPr>
        <p:spPr bwMode="gray"/>
        <p:txBody>
          <a:bodyPr/>
          <a:lstStyle/>
          <a:p>
            <a:r>
              <a:rPr lang="en-GB">
                <a:latin typeface="+mj-lt"/>
              </a:rPr>
              <a:t>Title of the presentation on three lines - Lorem impsum dolor sit amet consectetuer adipiscing elit, sed diam nonummy</a:t>
            </a:r>
          </a:p>
        </p:txBody>
      </p:sp>
      <p:sp>
        <p:nvSpPr>
          <p:cNvPr id="5" name="Espace réservé du numéro de diapositive 4">
            <a:extLst>
              <a:ext uri="{FF2B5EF4-FFF2-40B4-BE49-F238E27FC236}">
                <a16:creationId xmlns:a16="http://schemas.microsoft.com/office/drawing/2014/main" id="{6D00225C-C6AB-39FE-E150-D6BB0C152E65}"/>
              </a:ext>
            </a:extLst>
          </p:cNvPr>
          <p:cNvSpPr>
            <a:spLocks noGrp="1"/>
          </p:cNvSpPr>
          <p:nvPr>
            <p:ph type="sldNum" sz="quarter" idx="16"/>
          </p:nvPr>
        </p:nvSpPr>
        <p:spPr bwMode="gray"/>
        <p:txBody>
          <a:bodyPr/>
          <a:lstStyle/>
          <a:p>
            <a:fld id="{733122C9-A0B9-462F-8757-0847AD287B63}" type="slidenum">
              <a:rPr lang="en-GB" smtClean="0">
                <a:latin typeface="+mj-lt"/>
              </a:rPr>
              <a:pPr/>
              <a:t>25</a:t>
            </a:fld>
            <a:endParaRPr lang="en-GB">
              <a:latin typeface="+mj-lt"/>
            </a:endParaRPr>
          </a:p>
        </p:txBody>
      </p:sp>
      <p:pic>
        <p:nvPicPr>
          <p:cNvPr id="6" name="Picture 5">
            <a:extLst>
              <a:ext uri="{FF2B5EF4-FFF2-40B4-BE49-F238E27FC236}">
                <a16:creationId xmlns:a16="http://schemas.microsoft.com/office/drawing/2014/main" id="{84F7E29D-173D-5C6F-9E95-59B5B4BB4C0C}"/>
              </a:ext>
            </a:extLst>
          </p:cNvPr>
          <p:cNvPicPr>
            <a:picLocks noChangeAspect="1"/>
          </p:cNvPicPr>
          <p:nvPr/>
        </p:nvPicPr>
        <p:blipFill>
          <a:blip r:embed="rId3"/>
          <a:stretch>
            <a:fillRect/>
          </a:stretch>
        </p:blipFill>
        <p:spPr>
          <a:xfrm>
            <a:off x="410375" y="330200"/>
            <a:ext cx="10845800" cy="6108318"/>
          </a:xfrm>
          <a:prstGeom prst="rect">
            <a:avLst/>
          </a:prstGeom>
        </p:spPr>
      </p:pic>
      <p:sp>
        <p:nvSpPr>
          <p:cNvPr id="8" name="TextBox 7">
            <a:extLst>
              <a:ext uri="{FF2B5EF4-FFF2-40B4-BE49-F238E27FC236}">
                <a16:creationId xmlns:a16="http://schemas.microsoft.com/office/drawing/2014/main" id="{9C3A3CE7-C82C-99E2-E902-3B8744DB60FD}"/>
              </a:ext>
            </a:extLst>
          </p:cNvPr>
          <p:cNvSpPr txBox="1"/>
          <p:nvPr/>
        </p:nvSpPr>
        <p:spPr>
          <a:xfrm>
            <a:off x="307543" y="1854061"/>
            <a:ext cx="2017712" cy="938719"/>
          </a:xfrm>
          <a:prstGeom prst="rect">
            <a:avLst/>
          </a:prstGeom>
          <a:noFill/>
        </p:spPr>
        <p:txBody>
          <a:bodyPr wrap="square" rtlCol="0">
            <a:spAutoFit/>
          </a:bodyPr>
          <a:lstStyle/>
          <a:p>
            <a:r>
              <a:rPr lang="en-US" sz="1100" b="1" dirty="0">
                <a:solidFill>
                  <a:schemeClr val="accent3">
                    <a:lumMod val="50000"/>
                    <a:lumOff val="50000"/>
                  </a:schemeClr>
                </a:solidFill>
              </a:rPr>
              <a:t>The Pedal Cabinet has ability to contain 10 </a:t>
            </a:r>
            <a:r>
              <a:rPr lang="en-US" sz="1100" b="1" dirty="0">
                <a:solidFill>
                  <a:schemeClr val="accent1">
                    <a:lumMod val="75000"/>
                  </a:schemeClr>
                </a:solidFill>
              </a:rPr>
              <a:t>SIC Board</a:t>
            </a:r>
            <a:r>
              <a:rPr lang="en-US" sz="1100" b="1" dirty="0">
                <a:solidFill>
                  <a:schemeClr val="accent3">
                    <a:lumMod val="50000"/>
                    <a:lumOff val="50000"/>
                  </a:schemeClr>
                </a:solidFill>
              </a:rPr>
              <a:t>, and each SIC Board can protect 6 </a:t>
            </a:r>
            <a:r>
              <a:rPr lang="en-US" sz="1100" b="1" dirty="0">
                <a:solidFill>
                  <a:schemeClr val="accent1">
                    <a:lumMod val="75000"/>
                  </a:schemeClr>
                </a:solidFill>
              </a:rPr>
              <a:t>IMC063 Card </a:t>
            </a:r>
            <a:r>
              <a:rPr lang="en-US" sz="1100" b="1" dirty="0">
                <a:solidFill>
                  <a:schemeClr val="accent3">
                    <a:lumMod val="50000"/>
                    <a:lumOff val="50000"/>
                  </a:schemeClr>
                </a:solidFill>
              </a:rPr>
              <a:t>through C1 and C2 </a:t>
            </a:r>
          </a:p>
        </p:txBody>
      </p:sp>
      <p:sp>
        <p:nvSpPr>
          <p:cNvPr id="9" name="TextBox 8">
            <a:extLst>
              <a:ext uri="{FF2B5EF4-FFF2-40B4-BE49-F238E27FC236}">
                <a16:creationId xmlns:a16="http://schemas.microsoft.com/office/drawing/2014/main" id="{343E7615-8A77-0D5F-5A07-C8F4EDF93059}"/>
              </a:ext>
            </a:extLst>
          </p:cNvPr>
          <p:cNvSpPr txBox="1"/>
          <p:nvPr/>
        </p:nvSpPr>
        <p:spPr>
          <a:xfrm>
            <a:off x="3840600" y="691267"/>
            <a:ext cx="1459634" cy="769441"/>
          </a:xfrm>
          <a:prstGeom prst="rect">
            <a:avLst/>
          </a:prstGeom>
          <a:noFill/>
        </p:spPr>
        <p:txBody>
          <a:bodyPr wrap="square" rtlCol="0">
            <a:spAutoFit/>
          </a:bodyPr>
          <a:lstStyle/>
          <a:p>
            <a:r>
              <a:rPr lang="en-US" sz="1100" b="1" dirty="0">
                <a:solidFill>
                  <a:schemeClr val="accent3">
                    <a:lumMod val="50000"/>
                    <a:lumOff val="50000"/>
                  </a:schemeClr>
                </a:solidFill>
              </a:rPr>
              <a:t>Each IMC063 card connected to </a:t>
            </a:r>
            <a:r>
              <a:rPr lang="en-US" sz="1100" b="1" dirty="0">
                <a:solidFill>
                  <a:schemeClr val="accent1">
                    <a:lumMod val="75000"/>
                  </a:schemeClr>
                </a:solidFill>
              </a:rPr>
              <a:t>BSI004</a:t>
            </a:r>
            <a:r>
              <a:rPr lang="en-US" sz="1100" b="1" dirty="0">
                <a:solidFill>
                  <a:schemeClr val="accent3">
                    <a:lumMod val="50000"/>
                    <a:lumOff val="50000"/>
                  </a:schemeClr>
                </a:solidFill>
              </a:rPr>
              <a:t> surge protection board</a:t>
            </a:r>
          </a:p>
        </p:txBody>
      </p:sp>
      <p:cxnSp>
        <p:nvCxnSpPr>
          <p:cNvPr id="10" name="Straight Connector 9">
            <a:extLst>
              <a:ext uri="{FF2B5EF4-FFF2-40B4-BE49-F238E27FC236}">
                <a16:creationId xmlns:a16="http://schemas.microsoft.com/office/drawing/2014/main" id="{9F48C4CC-C097-53BD-E34D-185DA76D04E7}"/>
              </a:ext>
            </a:extLst>
          </p:cNvPr>
          <p:cNvCxnSpPr>
            <a:cxnSpLocks/>
          </p:cNvCxnSpPr>
          <p:nvPr/>
        </p:nvCxnSpPr>
        <p:spPr>
          <a:xfrm flipV="1">
            <a:off x="5584829" y="330200"/>
            <a:ext cx="0" cy="1627843"/>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BA6DDA4-3CBF-85BF-B1D0-4F1FF8444FB7}"/>
              </a:ext>
            </a:extLst>
          </p:cNvPr>
          <p:cNvCxnSpPr>
            <a:cxnSpLocks/>
          </p:cNvCxnSpPr>
          <p:nvPr/>
        </p:nvCxnSpPr>
        <p:spPr>
          <a:xfrm flipV="1">
            <a:off x="3556004" y="397649"/>
            <a:ext cx="0" cy="1360339"/>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804AE0D5-364A-73DD-87EA-21C891CCDBE1}"/>
              </a:ext>
            </a:extLst>
          </p:cNvPr>
          <p:cNvSpPr txBox="1"/>
          <p:nvPr/>
        </p:nvSpPr>
        <p:spPr>
          <a:xfrm>
            <a:off x="5667016" y="691267"/>
            <a:ext cx="2067283" cy="938719"/>
          </a:xfrm>
          <a:prstGeom prst="rect">
            <a:avLst/>
          </a:prstGeom>
          <a:noFill/>
        </p:spPr>
        <p:txBody>
          <a:bodyPr wrap="square" rtlCol="0">
            <a:spAutoFit/>
          </a:bodyPr>
          <a:lstStyle/>
          <a:p>
            <a:r>
              <a:rPr lang="en-US" sz="1100" b="1" dirty="0">
                <a:solidFill>
                  <a:schemeClr val="accent3">
                    <a:lumMod val="50000"/>
                    <a:lumOff val="50000"/>
                  </a:schemeClr>
                </a:solidFill>
              </a:rPr>
              <a:t>The BSI004 connected to the </a:t>
            </a:r>
            <a:r>
              <a:rPr lang="en-US" sz="1100" b="1" dirty="0">
                <a:solidFill>
                  <a:schemeClr val="accent1">
                    <a:lumMod val="75000"/>
                  </a:schemeClr>
                </a:solidFill>
              </a:rPr>
              <a:t>Outdoor Equipment </a:t>
            </a:r>
            <a:r>
              <a:rPr lang="en-US" sz="1100" b="1" dirty="0">
                <a:solidFill>
                  <a:schemeClr val="accent3">
                    <a:lumMod val="50000"/>
                    <a:lumOff val="50000"/>
                  </a:schemeClr>
                </a:solidFill>
              </a:rPr>
              <a:t>through Armoire and Chassis (out of Pedal Cabinet)</a:t>
            </a:r>
          </a:p>
        </p:txBody>
      </p:sp>
      <p:sp>
        <p:nvSpPr>
          <p:cNvPr id="30" name="TextBox 29">
            <a:extLst>
              <a:ext uri="{FF2B5EF4-FFF2-40B4-BE49-F238E27FC236}">
                <a16:creationId xmlns:a16="http://schemas.microsoft.com/office/drawing/2014/main" id="{76BFD359-2279-BAC4-3421-A07D6570F9C3}"/>
              </a:ext>
            </a:extLst>
          </p:cNvPr>
          <p:cNvSpPr txBox="1"/>
          <p:nvPr/>
        </p:nvSpPr>
        <p:spPr>
          <a:xfrm>
            <a:off x="240000" y="54491"/>
            <a:ext cx="6138862" cy="369332"/>
          </a:xfrm>
          <a:prstGeom prst="rect">
            <a:avLst/>
          </a:prstGeom>
          <a:noFill/>
        </p:spPr>
        <p:txBody>
          <a:bodyPr wrap="square">
            <a:spAutoFit/>
          </a:bodyPr>
          <a:lstStyle/>
          <a:p>
            <a:r>
              <a:rPr lang="en-US" dirty="0"/>
              <a:t>Pedal Cabinet Connections</a:t>
            </a:r>
          </a:p>
        </p:txBody>
      </p:sp>
    </p:spTree>
    <p:extLst>
      <p:ext uri="{BB962C8B-B14F-4D97-AF65-F5344CB8AC3E}">
        <p14:creationId xmlns:p14="http://schemas.microsoft.com/office/powerpoint/2010/main" val="3509607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ADC08-0F8D-4E55-B8DD-817D13CD44C8}"/>
            </a:ext>
          </a:extLst>
        </p:cNvPr>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BDA8E9E6-4A1E-74E0-9240-5D5DB9286923}"/>
              </a:ext>
            </a:extLst>
          </p:cNvPr>
          <p:cNvSpPr>
            <a:spLocks noGrp="1"/>
          </p:cNvSpPr>
          <p:nvPr>
            <p:ph type="dt" sz="half" idx="14"/>
          </p:nvPr>
        </p:nvSpPr>
        <p:spPr bwMode="gray"/>
        <p:txBody>
          <a:bodyPr/>
          <a:lstStyle/>
          <a:p>
            <a:pPr algn="l"/>
            <a:r>
              <a:rPr lang="en-GB">
                <a:latin typeface="+mj-lt"/>
              </a:rPr>
              <a:t>Date</a:t>
            </a:r>
          </a:p>
        </p:txBody>
      </p:sp>
      <p:sp>
        <p:nvSpPr>
          <p:cNvPr id="4" name="Espace réservé du pied de page 3">
            <a:extLst>
              <a:ext uri="{FF2B5EF4-FFF2-40B4-BE49-F238E27FC236}">
                <a16:creationId xmlns:a16="http://schemas.microsoft.com/office/drawing/2014/main" id="{FFA5B45B-4640-0DD8-06FF-6ABF9E771EFA}"/>
              </a:ext>
            </a:extLst>
          </p:cNvPr>
          <p:cNvSpPr>
            <a:spLocks noGrp="1"/>
          </p:cNvSpPr>
          <p:nvPr>
            <p:ph type="ftr" sz="quarter" idx="15"/>
          </p:nvPr>
        </p:nvSpPr>
        <p:spPr bwMode="gray"/>
        <p:txBody>
          <a:bodyPr/>
          <a:lstStyle/>
          <a:p>
            <a:r>
              <a:rPr lang="en-GB">
                <a:latin typeface="+mj-lt"/>
              </a:rPr>
              <a:t>Title of the presentation on three lines - Lorem impsum dolor sit amet consectetuer adipiscing elit, sed diam nonummy</a:t>
            </a:r>
          </a:p>
        </p:txBody>
      </p:sp>
      <p:sp>
        <p:nvSpPr>
          <p:cNvPr id="5" name="Espace réservé du numéro de diapositive 4">
            <a:extLst>
              <a:ext uri="{FF2B5EF4-FFF2-40B4-BE49-F238E27FC236}">
                <a16:creationId xmlns:a16="http://schemas.microsoft.com/office/drawing/2014/main" id="{88B5544B-B5BD-9167-A141-606F2181F1D4}"/>
              </a:ext>
            </a:extLst>
          </p:cNvPr>
          <p:cNvSpPr>
            <a:spLocks noGrp="1"/>
          </p:cNvSpPr>
          <p:nvPr>
            <p:ph type="sldNum" sz="quarter" idx="16"/>
          </p:nvPr>
        </p:nvSpPr>
        <p:spPr bwMode="gray"/>
        <p:txBody>
          <a:bodyPr/>
          <a:lstStyle/>
          <a:p>
            <a:fld id="{733122C9-A0B9-462F-8757-0847AD287B63}" type="slidenum">
              <a:rPr lang="en-GB" smtClean="0">
                <a:latin typeface="+mj-lt"/>
              </a:rPr>
              <a:pPr/>
              <a:t>26</a:t>
            </a:fld>
            <a:endParaRPr lang="en-GB">
              <a:latin typeface="+mj-lt"/>
            </a:endParaRPr>
          </a:p>
        </p:txBody>
      </p:sp>
      <p:pic>
        <p:nvPicPr>
          <p:cNvPr id="7" name="Picture 6">
            <a:extLst>
              <a:ext uri="{FF2B5EF4-FFF2-40B4-BE49-F238E27FC236}">
                <a16:creationId xmlns:a16="http://schemas.microsoft.com/office/drawing/2014/main" id="{D252D8A8-B552-DD90-F99D-68C6B472C545}"/>
              </a:ext>
            </a:extLst>
          </p:cNvPr>
          <p:cNvPicPr>
            <a:picLocks noChangeAspect="1"/>
          </p:cNvPicPr>
          <p:nvPr/>
        </p:nvPicPr>
        <p:blipFill>
          <a:blip r:embed="rId3"/>
          <a:stretch>
            <a:fillRect/>
          </a:stretch>
        </p:blipFill>
        <p:spPr>
          <a:xfrm rot="5400000">
            <a:off x="5526808" y="-424143"/>
            <a:ext cx="5318988" cy="7369126"/>
          </a:xfrm>
          <a:prstGeom prst="rect">
            <a:avLst/>
          </a:prstGeom>
        </p:spPr>
      </p:pic>
      <p:cxnSp>
        <p:nvCxnSpPr>
          <p:cNvPr id="11" name="Straight Connector 10">
            <a:extLst>
              <a:ext uri="{FF2B5EF4-FFF2-40B4-BE49-F238E27FC236}">
                <a16:creationId xmlns:a16="http://schemas.microsoft.com/office/drawing/2014/main" id="{0D8FC628-0DAF-7FD1-6913-FDAB20C40818}"/>
              </a:ext>
            </a:extLst>
          </p:cNvPr>
          <p:cNvCxnSpPr>
            <a:cxnSpLocks/>
          </p:cNvCxnSpPr>
          <p:nvPr/>
        </p:nvCxnSpPr>
        <p:spPr>
          <a:xfrm flipH="1">
            <a:off x="2762250" y="3983693"/>
            <a:ext cx="1739489"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DBA1B41-9F28-7C26-A710-84A177E0C880}"/>
              </a:ext>
            </a:extLst>
          </p:cNvPr>
          <p:cNvSpPr txBox="1"/>
          <p:nvPr/>
        </p:nvSpPr>
        <p:spPr>
          <a:xfrm>
            <a:off x="239999" y="1556961"/>
            <a:ext cx="3989101" cy="738664"/>
          </a:xfrm>
          <a:prstGeom prst="rect">
            <a:avLst/>
          </a:prstGeom>
          <a:noFill/>
        </p:spPr>
        <p:txBody>
          <a:bodyPr wrap="square" rtlCol="0">
            <a:spAutoFit/>
          </a:bodyPr>
          <a:lstStyle/>
          <a:p>
            <a:r>
              <a:rPr lang="en-US" sz="1400" b="1" dirty="0">
                <a:solidFill>
                  <a:schemeClr val="accent3">
                    <a:lumMod val="50000"/>
                    <a:lumOff val="50000"/>
                  </a:schemeClr>
                </a:solidFill>
              </a:rPr>
              <a:t>IMC063 Cards send different states to the </a:t>
            </a:r>
            <a:r>
              <a:rPr lang="en-US" sz="1400" b="1" dirty="0">
                <a:solidFill>
                  <a:schemeClr val="accent1">
                    <a:lumMod val="75000"/>
                  </a:schemeClr>
                </a:solidFill>
              </a:rPr>
              <a:t>OBC Cabinet </a:t>
            </a:r>
            <a:r>
              <a:rPr lang="en-US" sz="1400" b="1" dirty="0">
                <a:solidFill>
                  <a:schemeClr val="accent3">
                    <a:lumMod val="50000"/>
                    <a:lumOff val="50000"/>
                  </a:schemeClr>
                </a:solidFill>
              </a:rPr>
              <a:t>(OBC Drawing_H54xx)</a:t>
            </a:r>
            <a:r>
              <a:rPr lang="en-US" sz="1400" b="1" dirty="0">
                <a:solidFill>
                  <a:schemeClr val="accent1">
                    <a:lumMod val="75000"/>
                  </a:schemeClr>
                </a:solidFill>
              </a:rPr>
              <a:t> </a:t>
            </a:r>
            <a:r>
              <a:rPr lang="en-US" sz="1400" b="1" dirty="0">
                <a:solidFill>
                  <a:schemeClr val="accent3">
                    <a:lumMod val="50000"/>
                    <a:lumOff val="50000"/>
                  </a:schemeClr>
                </a:solidFill>
              </a:rPr>
              <a:t>through </a:t>
            </a:r>
            <a:r>
              <a:rPr lang="en-US" sz="1400" b="1" dirty="0">
                <a:solidFill>
                  <a:schemeClr val="accent1">
                    <a:lumMod val="75000"/>
                  </a:schemeClr>
                </a:solidFill>
              </a:rPr>
              <a:t>Terminal Block </a:t>
            </a:r>
            <a:r>
              <a:rPr lang="en-US" sz="1400" b="1" dirty="0">
                <a:solidFill>
                  <a:schemeClr val="accent3">
                    <a:lumMod val="50000"/>
                    <a:lumOff val="50000"/>
                  </a:schemeClr>
                </a:solidFill>
              </a:rPr>
              <a:t>F7.03</a:t>
            </a:r>
          </a:p>
        </p:txBody>
      </p:sp>
      <p:sp>
        <p:nvSpPr>
          <p:cNvPr id="23" name="TextBox 22">
            <a:extLst>
              <a:ext uri="{FF2B5EF4-FFF2-40B4-BE49-F238E27FC236}">
                <a16:creationId xmlns:a16="http://schemas.microsoft.com/office/drawing/2014/main" id="{1145F92C-334C-19A1-6378-E5F9B6DC6955}"/>
              </a:ext>
            </a:extLst>
          </p:cNvPr>
          <p:cNvSpPr txBox="1"/>
          <p:nvPr/>
        </p:nvSpPr>
        <p:spPr>
          <a:xfrm>
            <a:off x="2728797" y="3614361"/>
            <a:ext cx="1874044" cy="369332"/>
          </a:xfrm>
          <a:prstGeom prst="rect">
            <a:avLst/>
          </a:prstGeom>
          <a:noFill/>
        </p:spPr>
        <p:txBody>
          <a:bodyPr wrap="square">
            <a:spAutoFit/>
          </a:bodyPr>
          <a:lstStyle/>
          <a:p>
            <a:r>
              <a:rPr lang="en-US" sz="1800" b="1" dirty="0">
                <a:solidFill>
                  <a:schemeClr val="accent3">
                    <a:lumMod val="50000"/>
                    <a:lumOff val="50000"/>
                  </a:schemeClr>
                </a:solidFill>
              </a:rPr>
              <a:t>Out of Cabinet</a:t>
            </a:r>
          </a:p>
        </p:txBody>
      </p:sp>
      <p:sp>
        <p:nvSpPr>
          <p:cNvPr id="24" name="TextBox 23">
            <a:extLst>
              <a:ext uri="{FF2B5EF4-FFF2-40B4-BE49-F238E27FC236}">
                <a16:creationId xmlns:a16="http://schemas.microsoft.com/office/drawing/2014/main" id="{36251ABE-1115-75B1-2D3D-3A16F28D3F30}"/>
              </a:ext>
            </a:extLst>
          </p:cNvPr>
          <p:cNvSpPr txBox="1"/>
          <p:nvPr/>
        </p:nvSpPr>
        <p:spPr>
          <a:xfrm>
            <a:off x="2728797" y="3983693"/>
            <a:ext cx="1874044" cy="369332"/>
          </a:xfrm>
          <a:prstGeom prst="rect">
            <a:avLst/>
          </a:prstGeom>
          <a:noFill/>
        </p:spPr>
        <p:txBody>
          <a:bodyPr wrap="square">
            <a:spAutoFit/>
          </a:bodyPr>
          <a:lstStyle/>
          <a:p>
            <a:r>
              <a:rPr lang="en-US" sz="1800" b="1" dirty="0">
                <a:solidFill>
                  <a:schemeClr val="accent3">
                    <a:lumMod val="50000"/>
                    <a:lumOff val="50000"/>
                  </a:schemeClr>
                </a:solidFill>
              </a:rPr>
              <a:t>Inside Cabinet</a:t>
            </a:r>
          </a:p>
        </p:txBody>
      </p:sp>
      <p:sp>
        <p:nvSpPr>
          <p:cNvPr id="16" name="TextBox 15">
            <a:extLst>
              <a:ext uri="{FF2B5EF4-FFF2-40B4-BE49-F238E27FC236}">
                <a16:creationId xmlns:a16="http://schemas.microsoft.com/office/drawing/2014/main" id="{CE664EEB-6F2A-8C1F-5A6C-6CB0C15DF55E}"/>
              </a:ext>
            </a:extLst>
          </p:cNvPr>
          <p:cNvSpPr txBox="1"/>
          <p:nvPr/>
        </p:nvSpPr>
        <p:spPr>
          <a:xfrm>
            <a:off x="463963" y="592252"/>
            <a:ext cx="6599899" cy="369332"/>
          </a:xfrm>
          <a:prstGeom prst="rect">
            <a:avLst/>
          </a:prstGeom>
          <a:noFill/>
        </p:spPr>
        <p:txBody>
          <a:bodyPr wrap="square">
            <a:spAutoFit/>
          </a:bodyPr>
          <a:lstStyle/>
          <a:p>
            <a:r>
              <a:rPr lang="en-US" dirty="0"/>
              <a:t>Interface Connection between OBC Cabinet and Pedal Cabinet</a:t>
            </a:r>
          </a:p>
        </p:txBody>
      </p:sp>
    </p:spTree>
    <p:extLst>
      <p:ext uri="{BB962C8B-B14F-4D97-AF65-F5344CB8AC3E}">
        <p14:creationId xmlns:p14="http://schemas.microsoft.com/office/powerpoint/2010/main" val="3465357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B64B1-218A-1AAF-78E4-0F8D8F1F5F55}"/>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74FB5831-E4C7-55FC-9955-DF23260E5E8E}"/>
              </a:ext>
            </a:extLst>
          </p:cNvPr>
          <p:cNvSpPr>
            <a:spLocks noGrp="1"/>
          </p:cNvSpPr>
          <p:nvPr>
            <p:ph type="dt" sz="half" idx="10"/>
          </p:nvPr>
        </p:nvSpPr>
        <p:spPr bwMode="gray"/>
        <p:txBody>
          <a:bodyPr/>
          <a:lstStyle/>
          <a:p>
            <a:r>
              <a:rPr lang="en-GB"/>
              <a:t>Date</a:t>
            </a:r>
          </a:p>
        </p:txBody>
      </p:sp>
      <p:sp>
        <p:nvSpPr>
          <p:cNvPr id="5" name="Espace réservé du pied de page 4">
            <a:extLst>
              <a:ext uri="{FF2B5EF4-FFF2-40B4-BE49-F238E27FC236}">
                <a16:creationId xmlns:a16="http://schemas.microsoft.com/office/drawing/2014/main" id="{9A1F8325-5D70-2E8F-5F24-16AC6EC1F4C2}"/>
              </a:ext>
            </a:extLst>
          </p:cNvPr>
          <p:cNvSpPr>
            <a:spLocks noGrp="1"/>
          </p:cNvSpPr>
          <p:nvPr>
            <p:ph type="ftr" sz="quarter" idx="11"/>
          </p:nvPr>
        </p:nvSpPr>
        <p:spPr bwMode="gray"/>
        <p:txBody>
          <a:bodyPr/>
          <a:lstStyle/>
          <a:p>
            <a:r>
              <a:rPr lang="en-GB"/>
              <a:t>Title of the presentation on three lines - Lorem impsum dolor sit amet consectetuer adipiscing elit, sed diam nonummy</a:t>
            </a:r>
          </a:p>
        </p:txBody>
      </p:sp>
      <p:sp>
        <p:nvSpPr>
          <p:cNvPr id="6" name="Espace réservé du numéro de diapositive 5">
            <a:extLst>
              <a:ext uri="{FF2B5EF4-FFF2-40B4-BE49-F238E27FC236}">
                <a16:creationId xmlns:a16="http://schemas.microsoft.com/office/drawing/2014/main" id="{30D577E5-2994-4395-EF42-85A860D147B0}"/>
              </a:ext>
            </a:extLst>
          </p:cNvPr>
          <p:cNvSpPr>
            <a:spLocks noGrp="1"/>
          </p:cNvSpPr>
          <p:nvPr>
            <p:ph type="sldNum" sz="quarter" idx="12"/>
          </p:nvPr>
        </p:nvSpPr>
        <p:spPr bwMode="gray"/>
        <p:txBody>
          <a:bodyPr/>
          <a:lstStyle/>
          <a:p>
            <a:fld id="{733122C9-A0B9-462F-8757-0847AD287B63}" type="slidenum">
              <a:rPr lang="en-GB" smtClean="0"/>
              <a:pPr/>
              <a:t>27</a:t>
            </a:fld>
            <a:endParaRPr lang="en-GB"/>
          </a:p>
        </p:txBody>
      </p:sp>
      <p:sp>
        <p:nvSpPr>
          <p:cNvPr id="8" name="Titre 7">
            <a:extLst>
              <a:ext uri="{FF2B5EF4-FFF2-40B4-BE49-F238E27FC236}">
                <a16:creationId xmlns:a16="http://schemas.microsoft.com/office/drawing/2014/main" id="{389217AA-7897-3018-B2A1-D826E0CD8720}"/>
              </a:ext>
            </a:extLst>
          </p:cNvPr>
          <p:cNvSpPr>
            <a:spLocks noGrp="1"/>
          </p:cNvSpPr>
          <p:nvPr>
            <p:ph type="title"/>
          </p:nvPr>
        </p:nvSpPr>
        <p:spPr bwMode="gray"/>
        <p:txBody>
          <a:bodyPr>
            <a:normAutofit/>
          </a:bodyPr>
          <a:lstStyle/>
          <a:p>
            <a:r>
              <a:rPr lang="en-GB" dirty="0"/>
              <a:t>0</a:t>
            </a:r>
            <a:r>
              <a:rPr lang="en-US" dirty="0"/>
              <a:t>6</a:t>
            </a:r>
            <a:endParaRPr lang="en-GB" dirty="0"/>
          </a:p>
        </p:txBody>
      </p:sp>
      <p:sp>
        <p:nvSpPr>
          <p:cNvPr id="11" name="Espace réservé du texte 10">
            <a:extLst>
              <a:ext uri="{FF2B5EF4-FFF2-40B4-BE49-F238E27FC236}">
                <a16:creationId xmlns:a16="http://schemas.microsoft.com/office/drawing/2014/main" id="{C0B049B7-4145-0BE4-38CC-4B91A0D4950F}"/>
              </a:ext>
            </a:extLst>
          </p:cNvPr>
          <p:cNvSpPr>
            <a:spLocks noGrp="1"/>
          </p:cNvSpPr>
          <p:nvPr>
            <p:ph type="body" sz="quarter" idx="13"/>
          </p:nvPr>
        </p:nvSpPr>
        <p:spPr bwMode="gray"/>
        <p:txBody>
          <a:bodyPr/>
          <a:lstStyle/>
          <a:p>
            <a:r>
              <a:rPr lang="en-US" dirty="0"/>
              <a:t>Key Advantages</a:t>
            </a:r>
          </a:p>
        </p:txBody>
      </p:sp>
    </p:spTree>
    <p:extLst>
      <p:ext uri="{BB962C8B-B14F-4D97-AF65-F5344CB8AC3E}">
        <p14:creationId xmlns:p14="http://schemas.microsoft.com/office/powerpoint/2010/main" val="31295676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C1D1D-13B6-FC4F-6A7B-C06D01C1876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B0C8D0E-5F1D-1FC6-1C07-93CD4DD026E1}"/>
              </a:ext>
            </a:extLst>
          </p:cNvPr>
          <p:cNvSpPr>
            <a:spLocks noGrp="1"/>
          </p:cNvSpPr>
          <p:nvPr>
            <p:ph type="title"/>
          </p:nvPr>
        </p:nvSpPr>
        <p:spPr>
          <a:xfrm>
            <a:off x="775915" y="1002575"/>
            <a:ext cx="7771185" cy="332088"/>
          </a:xfrm>
        </p:spPr>
        <p:txBody>
          <a:bodyPr>
            <a:normAutofit fontScale="90000"/>
          </a:bodyPr>
          <a:lstStyle/>
          <a:p>
            <a:r>
              <a:rPr lang="en-US" dirty="0"/>
              <a:t>Key Advantages</a:t>
            </a:r>
            <a:br>
              <a:rPr lang="en-US" dirty="0"/>
            </a:br>
            <a:br>
              <a:rPr lang="en-GB" dirty="0"/>
            </a:br>
            <a:endParaRPr lang="en-GB" dirty="0"/>
          </a:p>
        </p:txBody>
      </p:sp>
      <p:sp>
        <p:nvSpPr>
          <p:cNvPr id="3" name="Espace réservé de la date 2">
            <a:extLst>
              <a:ext uri="{FF2B5EF4-FFF2-40B4-BE49-F238E27FC236}">
                <a16:creationId xmlns:a16="http://schemas.microsoft.com/office/drawing/2014/main" id="{29CD6B08-80B1-1EFB-0B4C-025312EDFE02}"/>
              </a:ext>
            </a:extLst>
          </p:cNvPr>
          <p:cNvSpPr>
            <a:spLocks noGrp="1"/>
          </p:cNvSpPr>
          <p:nvPr>
            <p:ph type="dt" sz="half" idx="14"/>
          </p:nvPr>
        </p:nvSpPr>
        <p:spPr bwMode="gray"/>
        <p:txBody>
          <a:bodyPr/>
          <a:lstStyle/>
          <a:p>
            <a:pPr algn="l"/>
            <a:r>
              <a:rPr lang="en-GB">
                <a:latin typeface="+mj-lt"/>
              </a:rPr>
              <a:t>Date</a:t>
            </a:r>
          </a:p>
        </p:txBody>
      </p:sp>
      <p:sp>
        <p:nvSpPr>
          <p:cNvPr id="4" name="Espace réservé du pied de page 3">
            <a:extLst>
              <a:ext uri="{FF2B5EF4-FFF2-40B4-BE49-F238E27FC236}">
                <a16:creationId xmlns:a16="http://schemas.microsoft.com/office/drawing/2014/main" id="{88CCF233-C586-EBE8-F4E7-A27F20DCBF85}"/>
              </a:ext>
            </a:extLst>
          </p:cNvPr>
          <p:cNvSpPr>
            <a:spLocks noGrp="1"/>
          </p:cNvSpPr>
          <p:nvPr>
            <p:ph type="ftr" sz="quarter" idx="15"/>
          </p:nvPr>
        </p:nvSpPr>
        <p:spPr bwMode="gray"/>
        <p:txBody>
          <a:bodyPr/>
          <a:lstStyle/>
          <a:p>
            <a:r>
              <a:rPr lang="en-GB">
                <a:latin typeface="+mj-lt"/>
              </a:rPr>
              <a:t>Title of the presentation on three lines - Lorem impsum dolor sit amet consectetuer adipiscing elit, sed diam nonummy</a:t>
            </a:r>
          </a:p>
        </p:txBody>
      </p:sp>
      <p:sp>
        <p:nvSpPr>
          <p:cNvPr id="5" name="Espace réservé du numéro de diapositive 4">
            <a:extLst>
              <a:ext uri="{FF2B5EF4-FFF2-40B4-BE49-F238E27FC236}">
                <a16:creationId xmlns:a16="http://schemas.microsoft.com/office/drawing/2014/main" id="{D846EF45-3AA1-C9A8-0207-2405512D55A2}"/>
              </a:ext>
            </a:extLst>
          </p:cNvPr>
          <p:cNvSpPr>
            <a:spLocks noGrp="1"/>
          </p:cNvSpPr>
          <p:nvPr>
            <p:ph type="sldNum" sz="quarter" idx="16"/>
          </p:nvPr>
        </p:nvSpPr>
        <p:spPr bwMode="gray"/>
        <p:txBody>
          <a:bodyPr/>
          <a:lstStyle/>
          <a:p>
            <a:fld id="{733122C9-A0B9-462F-8757-0847AD287B63}" type="slidenum">
              <a:rPr lang="en-GB" smtClean="0">
                <a:latin typeface="+mj-lt"/>
              </a:rPr>
              <a:pPr/>
              <a:t>28</a:t>
            </a:fld>
            <a:endParaRPr lang="en-GB">
              <a:latin typeface="+mj-lt"/>
            </a:endParaRPr>
          </a:p>
        </p:txBody>
      </p:sp>
      <p:sp>
        <p:nvSpPr>
          <p:cNvPr id="7" name="TextBox 6">
            <a:extLst>
              <a:ext uri="{FF2B5EF4-FFF2-40B4-BE49-F238E27FC236}">
                <a16:creationId xmlns:a16="http://schemas.microsoft.com/office/drawing/2014/main" id="{F8E283EB-EF1F-916F-6EB3-4C64268E2B77}"/>
              </a:ext>
            </a:extLst>
          </p:cNvPr>
          <p:cNvSpPr txBox="1"/>
          <p:nvPr/>
        </p:nvSpPr>
        <p:spPr>
          <a:xfrm>
            <a:off x="471443" y="1473711"/>
            <a:ext cx="10393202" cy="3816429"/>
          </a:xfrm>
          <a:prstGeom prst="rect">
            <a:avLst/>
          </a:prstGeom>
          <a:noFill/>
        </p:spPr>
        <p:txBody>
          <a:bodyPr wrap="square">
            <a:spAutoFit/>
          </a:bodyPr>
          <a:lstStyle/>
          <a:p>
            <a:r>
              <a:rPr lang="en-US" sz="2000" dirty="0"/>
              <a:t>The pedal cabinet design combines the required field interface functions in one structured arrangement. Its organization supports proper integration of power, protection, evaluation, and signal transfer functions while also improving clarity during engineering, installation, and maintenance activities.</a:t>
            </a:r>
          </a:p>
          <a:p>
            <a:endParaRPr lang="en-US" b="1" dirty="0"/>
          </a:p>
          <a:p>
            <a:pPr marL="285750" indent="-285750">
              <a:buFont typeface="Arial" panose="020B0604020202020204" pitchFamily="34" charset="0"/>
              <a:buChar char="•"/>
            </a:pPr>
            <a:r>
              <a:rPr lang="en-US" dirty="0"/>
              <a:t>Clear and structured internal arrangement</a:t>
            </a:r>
          </a:p>
          <a:p>
            <a:pPr marL="285750" indent="-285750">
              <a:buFont typeface="Arial" panose="020B0604020202020204" pitchFamily="34" charset="0"/>
              <a:buChar char="•"/>
            </a:pPr>
            <a:r>
              <a:rPr lang="en-US" dirty="0"/>
              <a:t>Integrated power, protection, and signal interface functions</a:t>
            </a:r>
          </a:p>
          <a:p>
            <a:pPr marL="285750" indent="-285750">
              <a:buFont typeface="Arial" panose="020B0604020202020204" pitchFamily="34" charset="0"/>
              <a:buChar char="•"/>
            </a:pPr>
            <a:r>
              <a:rPr lang="en-US" dirty="0"/>
              <a:t>Improved wiring organization and traceability</a:t>
            </a:r>
          </a:p>
          <a:p>
            <a:pPr marL="285750" indent="-285750">
              <a:buFont typeface="Arial" panose="020B0604020202020204" pitchFamily="34" charset="0"/>
              <a:buChar char="•"/>
            </a:pPr>
            <a:r>
              <a:rPr lang="en-US" dirty="0"/>
              <a:t>Easier inspection, testing, and troubleshooting</a:t>
            </a:r>
          </a:p>
          <a:p>
            <a:pPr marL="285750" indent="-285750">
              <a:buFont typeface="Arial" panose="020B0604020202020204" pitchFamily="34" charset="0"/>
              <a:buChar char="•"/>
            </a:pPr>
            <a:r>
              <a:rPr lang="en-US" dirty="0"/>
              <a:t>Supports multiple power supply arrangements according to project requirements.</a:t>
            </a:r>
            <a:br>
              <a:rPr lang="en-US" dirty="0"/>
            </a:br>
            <a:r>
              <a:rPr lang="en-US" dirty="0"/>
              <a:t>Can be powered either from the Cable Chassis or directly from the OBC Cabinet for small-capacity configurations.</a:t>
            </a:r>
          </a:p>
          <a:p>
            <a:pPr marL="285750" indent="-285750">
              <a:buFont typeface="Arial" panose="020B0604020202020204" pitchFamily="34" charset="0"/>
              <a:buChar char="•"/>
            </a:pPr>
            <a:r>
              <a:rPr lang="en-US" dirty="0"/>
              <a:t>Supports a consistent engineering drawing process</a:t>
            </a:r>
            <a:endParaRPr lang="ar-EG" dirty="0"/>
          </a:p>
        </p:txBody>
      </p:sp>
    </p:spTree>
    <p:extLst>
      <p:ext uri="{BB962C8B-B14F-4D97-AF65-F5344CB8AC3E}">
        <p14:creationId xmlns:p14="http://schemas.microsoft.com/office/powerpoint/2010/main" val="822350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0C14D-A91E-7B0E-E3ED-DDB1D5051BD2}"/>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4FB3F62E-0FE3-2201-382D-C83211DDD130}"/>
              </a:ext>
            </a:extLst>
          </p:cNvPr>
          <p:cNvSpPr>
            <a:spLocks noGrp="1"/>
          </p:cNvSpPr>
          <p:nvPr>
            <p:ph type="dt" sz="half" idx="10"/>
          </p:nvPr>
        </p:nvSpPr>
        <p:spPr bwMode="gray"/>
        <p:txBody>
          <a:bodyPr/>
          <a:lstStyle/>
          <a:p>
            <a:r>
              <a:rPr lang="en-GB"/>
              <a:t>Date</a:t>
            </a:r>
          </a:p>
        </p:txBody>
      </p:sp>
      <p:sp>
        <p:nvSpPr>
          <p:cNvPr id="5" name="Espace réservé du pied de page 4">
            <a:extLst>
              <a:ext uri="{FF2B5EF4-FFF2-40B4-BE49-F238E27FC236}">
                <a16:creationId xmlns:a16="http://schemas.microsoft.com/office/drawing/2014/main" id="{589DA315-A292-69FE-9C8E-12C6234B65CE}"/>
              </a:ext>
            </a:extLst>
          </p:cNvPr>
          <p:cNvSpPr>
            <a:spLocks noGrp="1"/>
          </p:cNvSpPr>
          <p:nvPr>
            <p:ph type="ftr" sz="quarter" idx="11"/>
          </p:nvPr>
        </p:nvSpPr>
        <p:spPr bwMode="gray"/>
        <p:txBody>
          <a:bodyPr/>
          <a:lstStyle/>
          <a:p>
            <a:r>
              <a:rPr lang="en-GB"/>
              <a:t>Title of the presentation on three lines - Lorem impsum dolor sit amet consectetuer adipiscing elit, sed diam nonummy</a:t>
            </a:r>
          </a:p>
        </p:txBody>
      </p:sp>
      <p:sp>
        <p:nvSpPr>
          <p:cNvPr id="6" name="Espace réservé du numéro de diapositive 5">
            <a:extLst>
              <a:ext uri="{FF2B5EF4-FFF2-40B4-BE49-F238E27FC236}">
                <a16:creationId xmlns:a16="http://schemas.microsoft.com/office/drawing/2014/main" id="{CEB9C711-C594-7EDE-C39A-750121A9F04A}"/>
              </a:ext>
            </a:extLst>
          </p:cNvPr>
          <p:cNvSpPr>
            <a:spLocks noGrp="1"/>
          </p:cNvSpPr>
          <p:nvPr>
            <p:ph type="sldNum" sz="quarter" idx="12"/>
          </p:nvPr>
        </p:nvSpPr>
        <p:spPr bwMode="gray"/>
        <p:txBody>
          <a:bodyPr/>
          <a:lstStyle/>
          <a:p>
            <a:fld id="{733122C9-A0B9-462F-8757-0847AD287B63}" type="slidenum">
              <a:rPr lang="en-GB" smtClean="0"/>
              <a:pPr/>
              <a:t>29</a:t>
            </a:fld>
            <a:endParaRPr lang="en-GB"/>
          </a:p>
        </p:txBody>
      </p:sp>
      <p:sp>
        <p:nvSpPr>
          <p:cNvPr id="8" name="Titre 7">
            <a:extLst>
              <a:ext uri="{FF2B5EF4-FFF2-40B4-BE49-F238E27FC236}">
                <a16:creationId xmlns:a16="http://schemas.microsoft.com/office/drawing/2014/main" id="{83662B95-A623-F45E-3AFD-1D43784F07A0}"/>
              </a:ext>
            </a:extLst>
          </p:cNvPr>
          <p:cNvSpPr>
            <a:spLocks noGrp="1"/>
          </p:cNvSpPr>
          <p:nvPr>
            <p:ph type="title"/>
          </p:nvPr>
        </p:nvSpPr>
        <p:spPr bwMode="gray"/>
        <p:txBody>
          <a:bodyPr>
            <a:normAutofit/>
          </a:bodyPr>
          <a:lstStyle/>
          <a:p>
            <a:r>
              <a:rPr lang="en-GB" dirty="0"/>
              <a:t>0</a:t>
            </a:r>
            <a:r>
              <a:rPr lang="en-US" dirty="0"/>
              <a:t>7</a:t>
            </a:r>
            <a:endParaRPr lang="en-GB" dirty="0"/>
          </a:p>
        </p:txBody>
      </p:sp>
      <p:sp>
        <p:nvSpPr>
          <p:cNvPr id="11" name="Espace réservé du texte 10">
            <a:extLst>
              <a:ext uri="{FF2B5EF4-FFF2-40B4-BE49-F238E27FC236}">
                <a16:creationId xmlns:a16="http://schemas.microsoft.com/office/drawing/2014/main" id="{A45AECEC-29FD-853E-9B22-CF2DBA866425}"/>
              </a:ext>
            </a:extLst>
          </p:cNvPr>
          <p:cNvSpPr>
            <a:spLocks noGrp="1"/>
          </p:cNvSpPr>
          <p:nvPr>
            <p:ph type="body" sz="quarter" idx="13"/>
          </p:nvPr>
        </p:nvSpPr>
        <p:spPr bwMode="gray"/>
        <p:txBody>
          <a:bodyPr/>
          <a:lstStyle/>
          <a:p>
            <a:r>
              <a:rPr lang="en-US" dirty="0"/>
              <a:t>Conclusion</a:t>
            </a:r>
          </a:p>
        </p:txBody>
      </p:sp>
    </p:spTree>
    <p:extLst>
      <p:ext uri="{BB962C8B-B14F-4D97-AF65-F5344CB8AC3E}">
        <p14:creationId xmlns:p14="http://schemas.microsoft.com/office/powerpoint/2010/main" val="5053872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B05E0-E0B5-5586-26AC-69289A3A8CE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A89C245-8F54-1A8F-7C24-47CB1A011F3C}"/>
              </a:ext>
            </a:extLst>
          </p:cNvPr>
          <p:cNvSpPr>
            <a:spLocks noGrp="1"/>
          </p:cNvSpPr>
          <p:nvPr>
            <p:ph type="title"/>
          </p:nvPr>
        </p:nvSpPr>
        <p:spPr>
          <a:xfrm>
            <a:off x="775915" y="1002575"/>
            <a:ext cx="7771185" cy="332088"/>
          </a:xfrm>
        </p:spPr>
        <p:txBody>
          <a:bodyPr>
            <a:normAutofit fontScale="90000"/>
          </a:bodyPr>
          <a:lstStyle/>
          <a:p>
            <a:r>
              <a:rPr lang="en-US" dirty="0"/>
              <a:t>Conclusion</a:t>
            </a:r>
            <a:br>
              <a:rPr lang="en-US" dirty="0"/>
            </a:br>
            <a:br>
              <a:rPr lang="en-GB" dirty="0"/>
            </a:br>
            <a:endParaRPr lang="en-GB" dirty="0"/>
          </a:p>
        </p:txBody>
      </p:sp>
      <p:sp>
        <p:nvSpPr>
          <p:cNvPr id="3" name="Espace réservé de la date 2">
            <a:extLst>
              <a:ext uri="{FF2B5EF4-FFF2-40B4-BE49-F238E27FC236}">
                <a16:creationId xmlns:a16="http://schemas.microsoft.com/office/drawing/2014/main" id="{B4A8F5DE-B917-5227-A4F6-F998DEE29C54}"/>
              </a:ext>
            </a:extLst>
          </p:cNvPr>
          <p:cNvSpPr>
            <a:spLocks noGrp="1"/>
          </p:cNvSpPr>
          <p:nvPr>
            <p:ph type="dt" sz="half" idx="14"/>
          </p:nvPr>
        </p:nvSpPr>
        <p:spPr bwMode="gray"/>
        <p:txBody>
          <a:bodyPr/>
          <a:lstStyle/>
          <a:p>
            <a:pPr algn="l"/>
            <a:r>
              <a:rPr lang="en-GB">
                <a:latin typeface="+mj-lt"/>
              </a:rPr>
              <a:t>Date</a:t>
            </a:r>
          </a:p>
        </p:txBody>
      </p:sp>
      <p:sp>
        <p:nvSpPr>
          <p:cNvPr id="4" name="Espace réservé du pied de page 3">
            <a:extLst>
              <a:ext uri="{FF2B5EF4-FFF2-40B4-BE49-F238E27FC236}">
                <a16:creationId xmlns:a16="http://schemas.microsoft.com/office/drawing/2014/main" id="{D6022FB0-5CAE-38B8-2D2A-F83EE78AB9AE}"/>
              </a:ext>
            </a:extLst>
          </p:cNvPr>
          <p:cNvSpPr>
            <a:spLocks noGrp="1"/>
          </p:cNvSpPr>
          <p:nvPr>
            <p:ph type="ftr" sz="quarter" idx="15"/>
          </p:nvPr>
        </p:nvSpPr>
        <p:spPr bwMode="gray"/>
        <p:txBody>
          <a:bodyPr/>
          <a:lstStyle/>
          <a:p>
            <a:r>
              <a:rPr lang="en-GB">
                <a:latin typeface="+mj-lt"/>
              </a:rPr>
              <a:t>Title of the presentation on three lines - Lorem impsum dolor sit amet consectetuer adipiscing elit, sed diam nonummy</a:t>
            </a:r>
          </a:p>
        </p:txBody>
      </p:sp>
      <p:sp>
        <p:nvSpPr>
          <p:cNvPr id="5" name="Espace réservé du numéro de diapositive 4">
            <a:extLst>
              <a:ext uri="{FF2B5EF4-FFF2-40B4-BE49-F238E27FC236}">
                <a16:creationId xmlns:a16="http://schemas.microsoft.com/office/drawing/2014/main" id="{2A5D8624-DFE4-9528-4468-0C6A26CD0B2D}"/>
              </a:ext>
            </a:extLst>
          </p:cNvPr>
          <p:cNvSpPr>
            <a:spLocks noGrp="1"/>
          </p:cNvSpPr>
          <p:nvPr>
            <p:ph type="sldNum" sz="quarter" idx="16"/>
          </p:nvPr>
        </p:nvSpPr>
        <p:spPr bwMode="gray"/>
        <p:txBody>
          <a:bodyPr/>
          <a:lstStyle/>
          <a:p>
            <a:fld id="{733122C9-A0B9-462F-8757-0847AD287B63}" type="slidenum">
              <a:rPr lang="en-GB" smtClean="0">
                <a:latin typeface="+mj-lt"/>
              </a:rPr>
              <a:pPr/>
              <a:t>30</a:t>
            </a:fld>
            <a:endParaRPr lang="en-GB">
              <a:latin typeface="+mj-lt"/>
            </a:endParaRPr>
          </a:p>
        </p:txBody>
      </p:sp>
      <p:sp>
        <p:nvSpPr>
          <p:cNvPr id="7" name="TextBox 6">
            <a:extLst>
              <a:ext uri="{FF2B5EF4-FFF2-40B4-BE49-F238E27FC236}">
                <a16:creationId xmlns:a16="http://schemas.microsoft.com/office/drawing/2014/main" id="{DD20B0A4-6A02-44A2-42F0-B1777987DDC1}"/>
              </a:ext>
            </a:extLst>
          </p:cNvPr>
          <p:cNvSpPr txBox="1"/>
          <p:nvPr/>
        </p:nvSpPr>
        <p:spPr>
          <a:xfrm>
            <a:off x="471443" y="1473711"/>
            <a:ext cx="10147395" cy="2862322"/>
          </a:xfrm>
          <a:prstGeom prst="rect">
            <a:avLst/>
          </a:prstGeom>
          <a:noFill/>
        </p:spPr>
        <p:txBody>
          <a:bodyPr wrap="square">
            <a:spAutoFit/>
          </a:bodyPr>
          <a:lstStyle/>
          <a:p>
            <a:r>
              <a:rPr lang="en-US" sz="2000" dirty="0"/>
              <a:t>The pedal cabinet is an important field interface element within the signaling architecture.</a:t>
            </a:r>
            <a:br>
              <a:rPr lang="en-US" sz="2000" dirty="0"/>
            </a:br>
            <a:r>
              <a:rPr lang="en-US" sz="2000" dirty="0"/>
              <a:t>It provides the required arrangement for power conversion, protection, signal evaluation, and interfacing between the field detection equipment and the control system.</a:t>
            </a:r>
            <a:br>
              <a:rPr lang="en-US" sz="2000" dirty="0"/>
            </a:br>
            <a:endParaRPr lang="en-US" sz="2000" dirty="0"/>
          </a:p>
          <a:p>
            <a:r>
              <a:rPr lang="en-US" sz="2000" dirty="0"/>
              <a:t>A structured design approach — starting from input data, followed by architecture definition, layout preparation, and detailed drawings — ensures correct integration of the cabinet within the project.</a:t>
            </a:r>
            <a:br>
              <a:rPr lang="en-US" sz="2000" dirty="0"/>
            </a:br>
            <a:endParaRPr lang="en-US" sz="2000" dirty="0"/>
          </a:p>
        </p:txBody>
      </p:sp>
      <p:sp>
        <p:nvSpPr>
          <p:cNvPr id="11" name="TextBox 10">
            <a:extLst>
              <a:ext uri="{FF2B5EF4-FFF2-40B4-BE49-F238E27FC236}">
                <a16:creationId xmlns:a16="http://schemas.microsoft.com/office/drawing/2014/main" id="{7A91E937-C2D2-6051-0D75-2AFA2F076719}"/>
              </a:ext>
            </a:extLst>
          </p:cNvPr>
          <p:cNvSpPr txBox="1"/>
          <p:nvPr/>
        </p:nvSpPr>
        <p:spPr>
          <a:xfrm>
            <a:off x="471443" y="4336033"/>
            <a:ext cx="10147395" cy="923330"/>
          </a:xfrm>
          <a:prstGeom prst="rect">
            <a:avLst/>
          </a:prstGeom>
          <a:noFill/>
        </p:spPr>
        <p:txBody>
          <a:bodyPr wrap="square">
            <a:spAutoFit/>
          </a:bodyPr>
          <a:lstStyle/>
          <a:p>
            <a:pPr fontAlgn="t"/>
            <a:r>
              <a:rPr lang="en-US" b="1" dirty="0"/>
              <a:t>The presented design methodology ensures consistency, maintainability, and compliance with project requirements.</a:t>
            </a:r>
            <a:br>
              <a:rPr lang="ar-EG" b="1" dirty="0"/>
            </a:br>
            <a:r>
              <a:rPr lang="en-US" b="1" dirty="0"/>
              <a:t>It supports</a:t>
            </a:r>
            <a:r>
              <a:rPr lang="ar-EG" b="1" dirty="0"/>
              <a:t> </a:t>
            </a:r>
            <a:r>
              <a:rPr lang="en-US" b="1" dirty="0"/>
              <a:t>safe, reliable and maintainable railway operations across the</a:t>
            </a:r>
            <a:r>
              <a:rPr lang="ar-EG" b="1" dirty="0"/>
              <a:t> </a:t>
            </a:r>
            <a:r>
              <a:rPr lang="en-US" b="1" dirty="0"/>
              <a:t>Morocco Project.</a:t>
            </a:r>
          </a:p>
        </p:txBody>
      </p:sp>
    </p:spTree>
    <p:extLst>
      <p:ext uri="{BB962C8B-B14F-4D97-AF65-F5344CB8AC3E}">
        <p14:creationId xmlns:p14="http://schemas.microsoft.com/office/powerpoint/2010/main" val="163047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e la date 4"/>
          <p:cNvSpPr>
            <a:spLocks noGrp="1"/>
          </p:cNvSpPr>
          <p:nvPr>
            <p:ph type="dt" sz="half" idx="10"/>
          </p:nvPr>
        </p:nvSpPr>
        <p:spPr/>
        <p:txBody>
          <a:bodyPr/>
          <a:lstStyle/>
          <a:p>
            <a:r>
              <a:rPr lang="en-GB"/>
              <a:t>Date</a:t>
            </a:r>
          </a:p>
        </p:txBody>
      </p:sp>
      <p:sp>
        <p:nvSpPr>
          <p:cNvPr id="6" name="Espace réservé du pied de page 5"/>
          <p:cNvSpPr>
            <a:spLocks noGrp="1"/>
          </p:cNvSpPr>
          <p:nvPr>
            <p:ph type="ftr" sz="quarter" idx="11"/>
          </p:nvPr>
        </p:nvSpPr>
        <p:spPr/>
        <p:txBody>
          <a:bodyPr/>
          <a:lstStyle/>
          <a:p>
            <a:r>
              <a:rPr lang="en-GB"/>
              <a:t>Title of the presentation on three lines - Lorem impsum dolor sit amet consectetuer adipiscing elit, sed diam nonummy</a:t>
            </a:r>
          </a:p>
        </p:txBody>
      </p:sp>
      <p:sp>
        <p:nvSpPr>
          <p:cNvPr id="7" name="Espace réservé du numéro de diapositive 6"/>
          <p:cNvSpPr>
            <a:spLocks noGrp="1"/>
          </p:cNvSpPr>
          <p:nvPr>
            <p:ph type="sldNum" sz="quarter" idx="12"/>
          </p:nvPr>
        </p:nvSpPr>
        <p:spPr/>
        <p:txBody>
          <a:bodyPr/>
          <a:lstStyle/>
          <a:p>
            <a:fld id="{733122C9-A0B9-462F-8757-0847AD287B63}" type="slidenum">
              <a:rPr lang="en-GB" smtClean="0"/>
              <a:pPr/>
              <a:t>31</a:t>
            </a:fld>
            <a:endParaRPr lang="en-GB"/>
          </a:p>
        </p:txBody>
      </p:sp>
    </p:spTree>
    <p:extLst>
      <p:ext uri="{BB962C8B-B14F-4D97-AF65-F5344CB8AC3E}">
        <p14:creationId xmlns:p14="http://schemas.microsoft.com/office/powerpoint/2010/main" val="41356616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7B1C044-815D-22DF-43F7-2AA23601462F}"/>
            </a:ext>
          </a:extLst>
        </p:cNvPr>
        <p:cNvGrpSpPr/>
        <p:nvPr/>
      </p:nvGrpSpPr>
      <p:grpSpPr>
        <a:xfrm>
          <a:off x="0" y="0"/>
          <a:ext cx="0" cy="0"/>
          <a:chOff x="0" y="0"/>
          <a:chExt cx="0" cy="0"/>
        </a:xfrm>
      </p:grpSpPr>
    </p:spTree>
    <p:extLst>
      <p:ext uri="{BB962C8B-B14F-4D97-AF65-F5344CB8AC3E}">
        <p14:creationId xmlns:p14="http://schemas.microsoft.com/office/powerpoint/2010/main" val="169871599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Alstom">
  <a:themeElements>
    <a:clrScheme name="ALSTOM PPT">
      <a:dk1>
        <a:srgbClr val="000000"/>
      </a:dk1>
      <a:lt1>
        <a:srgbClr val="FFFFFF"/>
      </a:lt1>
      <a:dk2>
        <a:srgbClr val="7F7F7F"/>
      </a:dk2>
      <a:lt2>
        <a:srgbClr val="D8D8D8"/>
      </a:lt2>
      <a:accent1>
        <a:srgbClr val="DC3223"/>
      </a:accent1>
      <a:accent2>
        <a:srgbClr val="EB827D"/>
      </a:accent2>
      <a:accent3>
        <a:srgbClr val="1E3246"/>
      </a:accent3>
      <a:accent4>
        <a:srgbClr val="788291"/>
      </a:accent4>
      <a:accent5>
        <a:srgbClr val="19AA6E"/>
      </a:accent5>
      <a:accent6>
        <a:srgbClr val="73CDAA"/>
      </a:accent6>
      <a:hlink>
        <a:srgbClr val="6F98C1"/>
      </a:hlink>
      <a:folHlink>
        <a:srgbClr val="6F98C1"/>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dirty="0" err="1" smtClean="0">
            <a:solidFill>
              <a:schemeClr val="accent3"/>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69F54995C0AFC42AF4370128102F2E3" ma:contentTypeVersion="6" ma:contentTypeDescription="Create a new document." ma:contentTypeScope="" ma:versionID="b65aab76cfc4dc985c6df9074b64bb0c">
  <xsd:schema xmlns:xsd="http://www.w3.org/2001/XMLSchema" xmlns:xs="http://www.w3.org/2001/XMLSchema" xmlns:p="http://schemas.microsoft.com/office/2006/metadata/properties" xmlns:ns2="91f057e3-286c-4d59-bff8-1179861dcc1a" xmlns:ns3="7df75eeb-6d8a-4389-91a3-6dbb8f56d903" targetNamespace="http://schemas.microsoft.com/office/2006/metadata/properties" ma:root="true" ma:fieldsID="27bd7fce91cd6554b0e30c21a707297d" ns2:_="" ns3:_="">
    <xsd:import namespace="91f057e3-286c-4d59-bff8-1179861dcc1a"/>
    <xsd:import namespace="7df75eeb-6d8a-4389-91a3-6dbb8f56d90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f057e3-286c-4d59-bff8-1179861dcc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df75eeb-6d8a-4389-91a3-6dbb8f56d90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32A3FC1-4E9A-41E3-B0D9-4AB9741549D6}">
  <ds:schemaRefs>
    <ds:schemaRef ds:uri="7df75eeb-6d8a-4389-91a3-6dbb8f56d903"/>
    <ds:schemaRef ds:uri="91f057e3-286c-4d59-bff8-1179861dcc1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F056998-D9B2-4C5B-88C3-5D5B160122F8}">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520DB3E-8625-409C-ABB2-E85F9A0B4A0A}">
  <ds:schemaRefs>
    <ds:schemaRef ds:uri="http://schemas.microsoft.com/sharepoint/v3/contenttype/forms"/>
  </ds:schemaRefs>
</ds:datastoreItem>
</file>

<file path=docMetadata/LabelInfo.xml><?xml version="1.0" encoding="utf-8"?>
<clbl:labelList xmlns:clbl="http://schemas.microsoft.com/office/2020/mipLabelMetadata">
  <clbl:label id="{202412c0-1e7d-4ccc-99a7-7c8f0a21f86d}" enabled="1" method="Standard" siteId="{0d993ad3-fa73-421a-b129-1fe5590103f3}" removed="0"/>
</clbl:labelList>
</file>

<file path=docProps/app.xml><?xml version="1.0" encoding="utf-8"?>
<Properties xmlns="http://schemas.openxmlformats.org/officeDocument/2006/extended-properties" xmlns:vt="http://schemas.openxmlformats.org/officeDocument/2006/docPropsVTypes">
  <Template>blank</Template>
  <TotalTime>1033</TotalTime>
  <Words>2178</Words>
  <Application>Microsoft Office PowerPoint</Application>
  <PresentationFormat>Widescreen</PresentationFormat>
  <Paragraphs>329</Paragraphs>
  <Slides>32</Slides>
  <Notes>30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Abadi</vt:lpstr>
      <vt:lpstr>Alstom</vt:lpstr>
      <vt:lpstr>Arial</vt:lpstr>
      <vt:lpstr>Calibri</vt:lpstr>
      <vt:lpstr>Wingdings 2</vt:lpstr>
      <vt:lpstr>Alstom</vt:lpstr>
      <vt:lpstr>Pedal Cabinets for Railway Signalling Systems</vt:lpstr>
      <vt:lpstr>Agenda</vt:lpstr>
      <vt:lpstr>01</vt:lpstr>
      <vt:lpstr>Pedal Cabinet Overview in Railway Signaling Systems</vt:lpstr>
      <vt:lpstr>02</vt:lpstr>
      <vt:lpstr>System Architecture </vt:lpstr>
      <vt:lpstr>Pedal Cabinet Connection Wiring: </vt:lpstr>
      <vt:lpstr>03</vt:lpstr>
      <vt:lpstr>Main Components for Pedal Cabinet: </vt:lpstr>
      <vt:lpstr>Main Components for Pedal Cabinet: </vt:lpstr>
      <vt:lpstr>Internal Wiring Types</vt:lpstr>
      <vt:lpstr>Internal Wiring Types Cont.</vt:lpstr>
      <vt:lpstr>Internal Wiring Types Cont.</vt:lpstr>
      <vt:lpstr>Internal Wiring Types Cont.</vt:lpstr>
      <vt:lpstr>04</vt:lpstr>
      <vt:lpstr>Cabinet Layout</vt:lpstr>
      <vt:lpstr>F0 Layout</vt:lpstr>
      <vt:lpstr>F2 Layout</vt:lpstr>
      <vt:lpstr>F7 Layout</vt:lpstr>
      <vt:lpstr>F9 Layout</vt:lpstr>
      <vt:lpstr>F13 Layout</vt:lpstr>
      <vt:lpstr>05</vt:lpstr>
      <vt:lpstr>Required Input Documents for Pedal Cabinet Design</vt:lpstr>
      <vt:lpstr>PowerPoint Presentation</vt:lpstr>
      <vt:lpstr>PowerPoint Presentation</vt:lpstr>
      <vt:lpstr>PowerPoint Presentation</vt:lpstr>
      <vt:lpstr>06</vt:lpstr>
      <vt:lpstr>Key Advantages  </vt:lpstr>
      <vt:lpstr>07</vt:lpstr>
      <vt:lpstr>Conclusion  </vt:lpstr>
      <vt:lpstr>PowerPoint Presentation</vt:lpstr>
      <vt:lpstr>PowerPoint Presentation</vt:lpstr>
    </vt:vector>
  </TitlesOfParts>
  <Manager>Alstom</Manager>
  <Company>Alstom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Alstom</dc:subject>
  <dc:creator>CAY Zafer</dc:creator>
  <cp:lastModifiedBy>GAMAL Eslam</cp:lastModifiedBy>
  <cp:revision>130</cp:revision>
  <dcterms:created xsi:type="dcterms:W3CDTF">2021-10-14T06:48:09Z</dcterms:created>
  <dcterms:modified xsi:type="dcterms:W3CDTF">2026-07-22T11:51:56Z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0x010100769F54995C0AFC42AF4370128102F2E3</vt:lpwstr>
  </property>
  <property fmtid="{D5CDD505-2E9C-101B-9397-08002B2CF9AE}" pid="3" name="ClassificationContentMarkingHeaderLocations">
    <vt:lpwstr>Alstom:8</vt:lpwstr>
  </property>
  <property fmtid="{D5CDD505-2E9C-101B-9397-08002B2CF9AE}" pid="4" name="ClassificationContentMarkingHeaderText">
    <vt:lpwstr>RESTRICTED</vt:lpwstr>
  </property>
</Properties>
</file>